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CDC8D4-2CCD-4DB7-9797-AA8EB51E78D6}" v="32" dt="2024-06-26T15:04:10.0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Chile" userId="103c3bc5f2d2393b" providerId="LiveId" clId="{10CDC8D4-2CCD-4DB7-9797-AA8EB51E78D6}"/>
    <pc:docChg chg="undo custSel modSld">
      <pc:chgData name="Carlos Chile" userId="103c3bc5f2d2393b" providerId="LiveId" clId="{10CDC8D4-2CCD-4DB7-9797-AA8EB51E78D6}" dt="2024-06-26T15:05:29.154" v="43" actId="26606"/>
      <pc:docMkLst>
        <pc:docMk/>
      </pc:docMkLst>
      <pc:sldChg chg="modTransition">
        <pc:chgData name="Carlos Chile" userId="103c3bc5f2d2393b" providerId="LiveId" clId="{10CDC8D4-2CCD-4DB7-9797-AA8EB51E78D6}" dt="2024-06-26T15:03:11.414" v="0"/>
        <pc:sldMkLst>
          <pc:docMk/>
          <pc:sldMk cId="1834433544" sldId="257"/>
        </pc:sldMkLst>
      </pc:sldChg>
      <pc:sldChg chg="modTransition">
        <pc:chgData name="Carlos Chile" userId="103c3bc5f2d2393b" providerId="LiveId" clId="{10CDC8D4-2CCD-4DB7-9797-AA8EB51E78D6}" dt="2024-06-26T15:03:14.388" v="2"/>
        <pc:sldMkLst>
          <pc:docMk/>
          <pc:sldMk cId="630627143" sldId="258"/>
        </pc:sldMkLst>
      </pc:sldChg>
      <pc:sldChg chg="modTransition">
        <pc:chgData name="Carlos Chile" userId="103c3bc5f2d2393b" providerId="LiveId" clId="{10CDC8D4-2CCD-4DB7-9797-AA8EB51E78D6}" dt="2024-06-26T15:03:16.827" v="3"/>
        <pc:sldMkLst>
          <pc:docMk/>
          <pc:sldMk cId="1169424009" sldId="259"/>
        </pc:sldMkLst>
      </pc:sldChg>
      <pc:sldChg chg="modTransition">
        <pc:chgData name="Carlos Chile" userId="103c3bc5f2d2393b" providerId="LiveId" clId="{10CDC8D4-2CCD-4DB7-9797-AA8EB51E78D6}" dt="2024-06-26T15:03:18.598" v="4"/>
        <pc:sldMkLst>
          <pc:docMk/>
          <pc:sldMk cId="643517862" sldId="260"/>
        </pc:sldMkLst>
      </pc:sldChg>
      <pc:sldChg chg="modTransition">
        <pc:chgData name="Carlos Chile" userId="103c3bc5f2d2393b" providerId="LiveId" clId="{10CDC8D4-2CCD-4DB7-9797-AA8EB51E78D6}" dt="2024-06-26T15:03:21.647" v="5"/>
        <pc:sldMkLst>
          <pc:docMk/>
          <pc:sldMk cId="1737153656" sldId="261"/>
        </pc:sldMkLst>
      </pc:sldChg>
      <pc:sldChg chg="modTransition">
        <pc:chgData name="Carlos Chile" userId="103c3bc5f2d2393b" providerId="LiveId" clId="{10CDC8D4-2CCD-4DB7-9797-AA8EB51E78D6}" dt="2024-06-26T15:03:22.986" v="6"/>
        <pc:sldMkLst>
          <pc:docMk/>
          <pc:sldMk cId="2226766004" sldId="262"/>
        </pc:sldMkLst>
      </pc:sldChg>
      <pc:sldChg chg="modTransition">
        <pc:chgData name="Carlos Chile" userId="103c3bc5f2d2393b" providerId="LiveId" clId="{10CDC8D4-2CCD-4DB7-9797-AA8EB51E78D6}" dt="2024-06-26T15:03:25.113" v="7"/>
        <pc:sldMkLst>
          <pc:docMk/>
          <pc:sldMk cId="383177327" sldId="263"/>
        </pc:sldMkLst>
      </pc:sldChg>
      <pc:sldChg chg="modTransition">
        <pc:chgData name="Carlos Chile" userId="103c3bc5f2d2393b" providerId="LiveId" clId="{10CDC8D4-2CCD-4DB7-9797-AA8EB51E78D6}" dt="2024-06-26T15:03:26.609" v="8"/>
        <pc:sldMkLst>
          <pc:docMk/>
          <pc:sldMk cId="2909083201" sldId="264"/>
        </pc:sldMkLst>
      </pc:sldChg>
      <pc:sldChg chg="modTransition">
        <pc:chgData name="Carlos Chile" userId="103c3bc5f2d2393b" providerId="LiveId" clId="{10CDC8D4-2CCD-4DB7-9797-AA8EB51E78D6}" dt="2024-06-26T15:03:30.732" v="9"/>
        <pc:sldMkLst>
          <pc:docMk/>
          <pc:sldMk cId="1697558581" sldId="265"/>
        </pc:sldMkLst>
      </pc:sldChg>
      <pc:sldChg chg="modTransition">
        <pc:chgData name="Carlos Chile" userId="103c3bc5f2d2393b" providerId="LiveId" clId="{10CDC8D4-2CCD-4DB7-9797-AA8EB51E78D6}" dt="2024-06-26T15:03:32.217" v="10"/>
        <pc:sldMkLst>
          <pc:docMk/>
          <pc:sldMk cId="1204310473" sldId="266"/>
        </pc:sldMkLst>
      </pc:sldChg>
      <pc:sldChg chg="modTransition">
        <pc:chgData name="Carlos Chile" userId="103c3bc5f2d2393b" providerId="LiveId" clId="{10CDC8D4-2CCD-4DB7-9797-AA8EB51E78D6}" dt="2024-06-26T15:03:34.066" v="11"/>
        <pc:sldMkLst>
          <pc:docMk/>
          <pc:sldMk cId="3151776115" sldId="267"/>
        </pc:sldMkLst>
      </pc:sldChg>
      <pc:sldChg chg="modTransition">
        <pc:chgData name="Carlos Chile" userId="103c3bc5f2d2393b" providerId="LiveId" clId="{10CDC8D4-2CCD-4DB7-9797-AA8EB51E78D6}" dt="2024-06-26T15:03:36.667" v="12"/>
        <pc:sldMkLst>
          <pc:docMk/>
          <pc:sldMk cId="3429261861" sldId="268"/>
        </pc:sldMkLst>
      </pc:sldChg>
      <pc:sldChg chg="modTransition">
        <pc:chgData name="Carlos Chile" userId="103c3bc5f2d2393b" providerId="LiveId" clId="{10CDC8D4-2CCD-4DB7-9797-AA8EB51E78D6}" dt="2024-06-26T15:03:38.209" v="13"/>
        <pc:sldMkLst>
          <pc:docMk/>
          <pc:sldMk cId="978899952" sldId="269"/>
        </pc:sldMkLst>
      </pc:sldChg>
      <pc:sldChg chg="modTransition">
        <pc:chgData name="Carlos Chile" userId="103c3bc5f2d2393b" providerId="LiveId" clId="{10CDC8D4-2CCD-4DB7-9797-AA8EB51E78D6}" dt="2024-06-26T15:03:39.433" v="14"/>
        <pc:sldMkLst>
          <pc:docMk/>
          <pc:sldMk cId="1110529225" sldId="270"/>
        </pc:sldMkLst>
      </pc:sldChg>
      <pc:sldChg chg="modTransition">
        <pc:chgData name="Carlos Chile" userId="103c3bc5f2d2393b" providerId="LiveId" clId="{10CDC8D4-2CCD-4DB7-9797-AA8EB51E78D6}" dt="2024-06-26T15:03:43.922" v="15"/>
        <pc:sldMkLst>
          <pc:docMk/>
          <pc:sldMk cId="1918386918" sldId="271"/>
        </pc:sldMkLst>
      </pc:sldChg>
      <pc:sldChg chg="modTransition">
        <pc:chgData name="Carlos Chile" userId="103c3bc5f2d2393b" providerId="LiveId" clId="{10CDC8D4-2CCD-4DB7-9797-AA8EB51E78D6}" dt="2024-06-26T15:03:45.585" v="16"/>
        <pc:sldMkLst>
          <pc:docMk/>
          <pc:sldMk cId="3848373690" sldId="272"/>
        </pc:sldMkLst>
      </pc:sldChg>
      <pc:sldChg chg="modTransition">
        <pc:chgData name="Carlos Chile" userId="103c3bc5f2d2393b" providerId="LiveId" clId="{10CDC8D4-2CCD-4DB7-9797-AA8EB51E78D6}" dt="2024-06-26T15:03:46.975" v="17"/>
        <pc:sldMkLst>
          <pc:docMk/>
          <pc:sldMk cId="2073763061" sldId="273"/>
        </pc:sldMkLst>
      </pc:sldChg>
      <pc:sldChg chg="modTransition">
        <pc:chgData name="Carlos Chile" userId="103c3bc5f2d2393b" providerId="LiveId" clId="{10CDC8D4-2CCD-4DB7-9797-AA8EB51E78D6}" dt="2024-06-26T15:03:48.840" v="18"/>
        <pc:sldMkLst>
          <pc:docMk/>
          <pc:sldMk cId="3743114635" sldId="274"/>
        </pc:sldMkLst>
      </pc:sldChg>
      <pc:sldChg chg="modTransition">
        <pc:chgData name="Carlos Chile" userId="103c3bc5f2d2393b" providerId="LiveId" clId="{10CDC8D4-2CCD-4DB7-9797-AA8EB51E78D6}" dt="2024-06-26T15:03:52.970" v="19"/>
        <pc:sldMkLst>
          <pc:docMk/>
          <pc:sldMk cId="4280666260" sldId="275"/>
        </pc:sldMkLst>
      </pc:sldChg>
      <pc:sldChg chg="modTransition">
        <pc:chgData name="Carlos Chile" userId="103c3bc5f2d2393b" providerId="LiveId" clId="{10CDC8D4-2CCD-4DB7-9797-AA8EB51E78D6}" dt="2024-06-26T15:03:54.489" v="20"/>
        <pc:sldMkLst>
          <pc:docMk/>
          <pc:sldMk cId="1198680362" sldId="276"/>
        </pc:sldMkLst>
      </pc:sldChg>
      <pc:sldChg chg="modTransition">
        <pc:chgData name="Carlos Chile" userId="103c3bc5f2d2393b" providerId="LiveId" clId="{10CDC8D4-2CCD-4DB7-9797-AA8EB51E78D6}" dt="2024-06-26T15:03:55.520" v="21"/>
        <pc:sldMkLst>
          <pc:docMk/>
          <pc:sldMk cId="2539972317" sldId="277"/>
        </pc:sldMkLst>
      </pc:sldChg>
      <pc:sldChg chg="modTransition">
        <pc:chgData name="Carlos Chile" userId="103c3bc5f2d2393b" providerId="LiveId" clId="{10CDC8D4-2CCD-4DB7-9797-AA8EB51E78D6}" dt="2024-06-26T15:03:57.575" v="22"/>
        <pc:sldMkLst>
          <pc:docMk/>
          <pc:sldMk cId="1819235477" sldId="278"/>
        </pc:sldMkLst>
      </pc:sldChg>
      <pc:sldChg chg="modTransition">
        <pc:chgData name="Carlos Chile" userId="103c3bc5f2d2393b" providerId="LiveId" clId="{10CDC8D4-2CCD-4DB7-9797-AA8EB51E78D6}" dt="2024-06-26T15:03:58.737" v="23"/>
        <pc:sldMkLst>
          <pc:docMk/>
          <pc:sldMk cId="2029210077" sldId="279"/>
        </pc:sldMkLst>
      </pc:sldChg>
      <pc:sldChg chg="modTransition">
        <pc:chgData name="Carlos Chile" userId="103c3bc5f2d2393b" providerId="LiveId" clId="{10CDC8D4-2CCD-4DB7-9797-AA8EB51E78D6}" dt="2024-06-26T15:03:59.954" v="24"/>
        <pc:sldMkLst>
          <pc:docMk/>
          <pc:sldMk cId="1268182375" sldId="280"/>
        </pc:sldMkLst>
      </pc:sldChg>
      <pc:sldChg chg="modTransition">
        <pc:chgData name="Carlos Chile" userId="103c3bc5f2d2393b" providerId="LiveId" clId="{10CDC8D4-2CCD-4DB7-9797-AA8EB51E78D6}" dt="2024-06-26T15:04:01.513" v="25"/>
        <pc:sldMkLst>
          <pc:docMk/>
          <pc:sldMk cId="705893390" sldId="281"/>
        </pc:sldMkLst>
      </pc:sldChg>
      <pc:sldChg chg="addSp delSp modSp mod modTransition">
        <pc:chgData name="Carlos Chile" userId="103c3bc5f2d2393b" providerId="LiveId" clId="{10CDC8D4-2CCD-4DB7-9797-AA8EB51E78D6}" dt="2024-06-26T15:05:29.154" v="43" actId="26606"/>
        <pc:sldMkLst>
          <pc:docMk/>
          <pc:sldMk cId="352931564" sldId="282"/>
        </pc:sldMkLst>
        <pc:spChg chg="mod">
          <ac:chgData name="Carlos Chile" userId="103c3bc5f2d2393b" providerId="LiveId" clId="{10CDC8D4-2CCD-4DB7-9797-AA8EB51E78D6}" dt="2024-06-26T15:05:29.154" v="43" actId="26606"/>
          <ac:spMkLst>
            <pc:docMk/>
            <pc:sldMk cId="352931564" sldId="282"/>
            <ac:spMk id="2" creationId="{88180579-FCA5-0785-9DBC-1886269D657C}"/>
          </ac:spMkLst>
        </pc:spChg>
        <pc:spChg chg="add del">
          <ac:chgData name="Carlos Chile" userId="103c3bc5f2d2393b" providerId="LiveId" clId="{10CDC8D4-2CCD-4DB7-9797-AA8EB51E78D6}" dt="2024-06-26T15:05:29.154" v="43" actId="26606"/>
          <ac:spMkLst>
            <pc:docMk/>
            <pc:sldMk cId="352931564" sldId="282"/>
            <ac:spMk id="9" creationId="{FAC9656C-AED6-412E-9226-B7F1964005BD}"/>
          </ac:spMkLst>
        </pc:spChg>
        <pc:spChg chg="add del">
          <ac:chgData name="Carlos Chile" userId="103c3bc5f2d2393b" providerId="LiveId" clId="{10CDC8D4-2CCD-4DB7-9797-AA8EB51E78D6}" dt="2024-06-26T15:05:29.154" v="43" actId="26606"/>
          <ac:spMkLst>
            <pc:docMk/>
            <pc:sldMk cId="352931564" sldId="282"/>
            <ac:spMk id="11" creationId="{F5BC820D-D527-47CE-ABB0-DA0BB5B04330}"/>
          </ac:spMkLst>
        </pc:spChg>
        <pc:spChg chg="add del">
          <ac:chgData name="Carlos Chile" userId="103c3bc5f2d2393b" providerId="LiveId" clId="{10CDC8D4-2CCD-4DB7-9797-AA8EB51E78D6}" dt="2024-06-26T15:05:29.154" v="43" actId="26606"/>
          <ac:spMkLst>
            <pc:docMk/>
            <pc:sldMk cId="352931564" sldId="282"/>
            <ac:spMk id="13" creationId="{D1DD315B-AEF9-490C-9438-C80F80405798}"/>
          </ac:spMkLst>
        </pc:spChg>
        <pc:spChg chg="add del">
          <ac:chgData name="Carlos Chile" userId="103c3bc5f2d2393b" providerId="LiveId" clId="{10CDC8D4-2CCD-4DB7-9797-AA8EB51E78D6}" dt="2024-06-26T15:05:24.834" v="38" actId="26606"/>
          <ac:spMkLst>
            <pc:docMk/>
            <pc:sldMk cId="352931564" sldId="282"/>
            <ac:spMk id="18" creationId="{51A01047-632B-4F57-9CDB-AA680D5BBB19}"/>
          </ac:spMkLst>
        </pc:spChg>
        <pc:spChg chg="add del">
          <ac:chgData name="Carlos Chile" userId="103c3bc5f2d2393b" providerId="LiveId" clId="{10CDC8D4-2CCD-4DB7-9797-AA8EB51E78D6}" dt="2024-06-26T15:05:24.834" v="38" actId="26606"/>
          <ac:spMkLst>
            <pc:docMk/>
            <pc:sldMk cId="352931564" sldId="282"/>
            <ac:spMk id="20" creationId="{6D7753FE-7408-46D8-999A-0B0C34EA8C09}"/>
          </ac:spMkLst>
        </pc:spChg>
        <pc:spChg chg="add del">
          <ac:chgData name="Carlos Chile" userId="103c3bc5f2d2393b" providerId="LiveId" clId="{10CDC8D4-2CCD-4DB7-9797-AA8EB51E78D6}" dt="2024-06-26T15:05:27.217" v="40" actId="26606"/>
          <ac:spMkLst>
            <pc:docMk/>
            <pc:sldMk cId="352931564" sldId="282"/>
            <ac:spMk id="28" creationId="{51A01047-632B-4F57-9CDB-AA680D5BBB19}"/>
          </ac:spMkLst>
        </pc:spChg>
        <pc:spChg chg="add del">
          <ac:chgData name="Carlos Chile" userId="103c3bc5f2d2393b" providerId="LiveId" clId="{10CDC8D4-2CCD-4DB7-9797-AA8EB51E78D6}" dt="2024-06-26T15:05:27.217" v="40" actId="26606"/>
          <ac:spMkLst>
            <pc:docMk/>
            <pc:sldMk cId="352931564" sldId="282"/>
            <ac:spMk id="29" creationId="{0A889514-6201-455E-A692-EA99AA5E4956}"/>
          </ac:spMkLst>
        </pc:spChg>
        <pc:spChg chg="add del">
          <ac:chgData name="Carlos Chile" userId="103c3bc5f2d2393b" providerId="LiveId" clId="{10CDC8D4-2CCD-4DB7-9797-AA8EB51E78D6}" dt="2024-06-26T15:05:27.217" v="40" actId="26606"/>
          <ac:spMkLst>
            <pc:docMk/>
            <pc:sldMk cId="352931564" sldId="282"/>
            <ac:spMk id="30" creationId="{FE7D6909-792D-415A-9FFA-338352CF502D}"/>
          </ac:spMkLst>
        </pc:spChg>
        <pc:spChg chg="add del">
          <ac:chgData name="Carlos Chile" userId="103c3bc5f2d2393b" providerId="LiveId" clId="{10CDC8D4-2CCD-4DB7-9797-AA8EB51E78D6}" dt="2024-06-26T15:05:29.118" v="42" actId="26606"/>
          <ac:spMkLst>
            <pc:docMk/>
            <pc:sldMk cId="352931564" sldId="282"/>
            <ac:spMk id="32" creationId="{51A01047-632B-4F57-9CDB-AA680D5BBB19}"/>
          </ac:spMkLst>
        </pc:spChg>
        <pc:spChg chg="add del">
          <ac:chgData name="Carlos Chile" userId="103c3bc5f2d2393b" providerId="LiveId" clId="{10CDC8D4-2CCD-4DB7-9797-AA8EB51E78D6}" dt="2024-06-26T15:05:29.118" v="42" actId="26606"/>
          <ac:spMkLst>
            <pc:docMk/>
            <pc:sldMk cId="352931564" sldId="282"/>
            <ac:spMk id="33" creationId="{6D7753FE-7408-46D8-999A-0B0C34EA8C09}"/>
          </ac:spMkLst>
        </pc:spChg>
        <pc:spChg chg="add">
          <ac:chgData name="Carlos Chile" userId="103c3bc5f2d2393b" providerId="LiveId" clId="{10CDC8D4-2CCD-4DB7-9797-AA8EB51E78D6}" dt="2024-06-26T15:05:29.154" v="43" actId="26606"/>
          <ac:spMkLst>
            <pc:docMk/>
            <pc:sldMk cId="352931564" sldId="282"/>
            <ac:spMk id="38" creationId="{51A01047-632B-4F57-9CDB-AA680D5BBB19}"/>
          </ac:spMkLst>
        </pc:spChg>
        <pc:spChg chg="add">
          <ac:chgData name="Carlos Chile" userId="103c3bc5f2d2393b" providerId="LiveId" clId="{10CDC8D4-2CCD-4DB7-9797-AA8EB51E78D6}" dt="2024-06-26T15:05:29.154" v="43" actId="26606"/>
          <ac:spMkLst>
            <pc:docMk/>
            <pc:sldMk cId="352931564" sldId="282"/>
            <ac:spMk id="39" creationId="{0A889514-6201-455E-A692-EA99AA5E4956}"/>
          </ac:spMkLst>
        </pc:spChg>
        <pc:spChg chg="add">
          <ac:chgData name="Carlos Chile" userId="103c3bc5f2d2393b" providerId="LiveId" clId="{10CDC8D4-2CCD-4DB7-9797-AA8EB51E78D6}" dt="2024-06-26T15:05:29.154" v="43" actId="26606"/>
          <ac:spMkLst>
            <pc:docMk/>
            <pc:sldMk cId="352931564" sldId="282"/>
            <ac:spMk id="40" creationId="{FE7D6909-792D-415A-9FFA-338352CF502D}"/>
          </ac:spMkLst>
        </pc:spChg>
        <pc:grpChg chg="add del">
          <ac:chgData name="Carlos Chile" userId="103c3bc5f2d2393b" providerId="LiveId" clId="{10CDC8D4-2CCD-4DB7-9797-AA8EB51E78D6}" dt="2024-06-26T15:05:24.834" v="38" actId="26606"/>
          <ac:grpSpMkLst>
            <pc:docMk/>
            <pc:sldMk cId="352931564" sldId="282"/>
            <ac:grpSpMk id="22" creationId="{E30DE9CB-4267-487A-915E-5665607E9F36}"/>
          </ac:grpSpMkLst>
        </pc:grpChg>
        <pc:grpChg chg="add del">
          <ac:chgData name="Carlos Chile" userId="103c3bc5f2d2393b" providerId="LiveId" clId="{10CDC8D4-2CCD-4DB7-9797-AA8EB51E78D6}" dt="2024-06-26T15:05:27.217" v="40" actId="26606"/>
          <ac:grpSpMkLst>
            <pc:docMk/>
            <pc:sldMk cId="352931564" sldId="282"/>
            <ac:grpSpMk id="24" creationId="{47EBDB13-42FF-462F-8F9B-9A54DCFBD404}"/>
          </ac:grpSpMkLst>
        </pc:grpChg>
        <pc:grpChg chg="add del">
          <ac:chgData name="Carlos Chile" userId="103c3bc5f2d2393b" providerId="LiveId" clId="{10CDC8D4-2CCD-4DB7-9797-AA8EB51E78D6}" dt="2024-06-26T15:05:29.118" v="42" actId="26606"/>
          <ac:grpSpMkLst>
            <pc:docMk/>
            <pc:sldMk cId="352931564" sldId="282"/>
            <ac:grpSpMk id="34" creationId="{E30DE9CB-4267-487A-915E-5665607E9F36}"/>
          </ac:grpSpMkLst>
        </pc:grpChg>
        <pc:grpChg chg="add">
          <ac:chgData name="Carlos Chile" userId="103c3bc5f2d2393b" providerId="LiveId" clId="{10CDC8D4-2CCD-4DB7-9797-AA8EB51E78D6}" dt="2024-06-26T15:05:29.154" v="43" actId="26606"/>
          <ac:grpSpMkLst>
            <pc:docMk/>
            <pc:sldMk cId="352931564" sldId="282"/>
            <ac:grpSpMk id="41" creationId="{47EBDB13-42FF-462F-8F9B-9A54DCFBD404}"/>
          </ac:grpSpMkLst>
        </pc:grpChg>
        <pc:graphicFrameChg chg="mod modGraphic">
          <ac:chgData name="Carlos Chile" userId="103c3bc5f2d2393b" providerId="LiveId" clId="{10CDC8D4-2CCD-4DB7-9797-AA8EB51E78D6}" dt="2024-06-26T15:05:29.154" v="43" actId="26606"/>
          <ac:graphicFrameMkLst>
            <pc:docMk/>
            <pc:sldMk cId="352931564" sldId="282"/>
            <ac:graphicFrameMk id="5" creationId="{D3899F17-65CD-2C27-B446-27C7ACDE23F5}"/>
          </ac:graphicFrameMkLst>
        </pc:graphicFrameChg>
      </pc:sldChg>
      <pc:sldChg chg="modTransition">
        <pc:chgData name="Carlos Chile" userId="103c3bc5f2d2393b" providerId="LiveId" clId="{10CDC8D4-2CCD-4DB7-9797-AA8EB51E78D6}" dt="2024-06-26T15:04:03.497" v="27"/>
        <pc:sldMkLst>
          <pc:docMk/>
          <pc:sldMk cId="2538475900" sldId="283"/>
        </pc:sldMkLst>
      </pc:sldChg>
      <pc:sldChg chg="addSp delSp modSp mod modTransition">
        <pc:chgData name="Carlos Chile" userId="103c3bc5f2d2393b" providerId="LiveId" clId="{10CDC8D4-2CCD-4DB7-9797-AA8EB51E78D6}" dt="2024-06-26T15:04:56.112" v="34" actId="26606"/>
        <pc:sldMkLst>
          <pc:docMk/>
          <pc:sldMk cId="804682766" sldId="284"/>
        </pc:sldMkLst>
        <pc:spChg chg="mod">
          <ac:chgData name="Carlos Chile" userId="103c3bc5f2d2393b" providerId="LiveId" clId="{10CDC8D4-2CCD-4DB7-9797-AA8EB51E78D6}" dt="2024-06-26T15:04:56.112" v="34" actId="26606"/>
          <ac:spMkLst>
            <pc:docMk/>
            <pc:sldMk cId="804682766" sldId="284"/>
            <ac:spMk id="2" creationId="{08586608-9AAD-D256-AF95-96C81E132130}"/>
          </ac:spMkLst>
        </pc:spChg>
        <pc:spChg chg="add del">
          <ac:chgData name="Carlos Chile" userId="103c3bc5f2d2393b" providerId="LiveId" clId="{10CDC8D4-2CCD-4DB7-9797-AA8EB51E78D6}" dt="2024-06-26T15:04:56.112" v="34" actId="26606"/>
          <ac:spMkLst>
            <pc:docMk/>
            <pc:sldMk cId="804682766" sldId="284"/>
            <ac:spMk id="9" creationId="{FAC9656C-AED6-412E-9226-B7F1964005BD}"/>
          </ac:spMkLst>
        </pc:spChg>
        <pc:spChg chg="add del">
          <ac:chgData name="Carlos Chile" userId="103c3bc5f2d2393b" providerId="LiveId" clId="{10CDC8D4-2CCD-4DB7-9797-AA8EB51E78D6}" dt="2024-06-26T15:04:56.112" v="34" actId="26606"/>
          <ac:spMkLst>
            <pc:docMk/>
            <pc:sldMk cId="804682766" sldId="284"/>
            <ac:spMk id="11" creationId="{F5BC820D-D527-47CE-ABB0-DA0BB5B04330}"/>
          </ac:spMkLst>
        </pc:spChg>
        <pc:spChg chg="add del">
          <ac:chgData name="Carlos Chile" userId="103c3bc5f2d2393b" providerId="LiveId" clId="{10CDC8D4-2CCD-4DB7-9797-AA8EB51E78D6}" dt="2024-06-26T15:04:56.112" v="34" actId="26606"/>
          <ac:spMkLst>
            <pc:docMk/>
            <pc:sldMk cId="804682766" sldId="284"/>
            <ac:spMk id="13" creationId="{D1DD315B-AEF9-490C-9438-C80F80405798}"/>
          </ac:spMkLst>
        </pc:spChg>
        <pc:spChg chg="add del">
          <ac:chgData name="Carlos Chile" userId="103c3bc5f2d2393b" providerId="LiveId" clId="{10CDC8D4-2CCD-4DB7-9797-AA8EB51E78D6}" dt="2024-06-26T15:04:56.081" v="33" actId="26606"/>
          <ac:spMkLst>
            <pc:docMk/>
            <pc:sldMk cId="804682766" sldId="284"/>
            <ac:spMk id="18" creationId="{51A01047-632B-4F57-9CDB-AA680D5BBB19}"/>
          </ac:spMkLst>
        </pc:spChg>
        <pc:spChg chg="add del">
          <ac:chgData name="Carlos Chile" userId="103c3bc5f2d2393b" providerId="LiveId" clId="{10CDC8D4-2CCD-4DB7-9797-AA8EB51E78D6}" dt="2024-06-26T15:04:56.081" v="33" actId="26606"/>
          <ac:spMkLst>
            <pc:docMk/>
            <pc:sldMk cId="804682766" sldId="284"/>
            <ac:spMk id="20" creationId="{6D7753FE-7408-46D8-999A-0B0C34EA8C09}"/>
          </ac:spMkLst>
        </pc:spChg>
        <pc:spChg chg="add">
          <ac:chgData name="Carlos Chile" userId="103c3bc5f2d2393b" providerId="LiveId" clId="{10CDC8D4-2CCD-4DB7-9797-AA8EB51E78D6}" dt="2024-06-26T15:04:56.112" v="34" actId="26606"/>
          <ac:spMkLst>
            <pc:docMk/>
            <pc:sldMk cId="804682766" sldId="284"/>
            <ac:spMk id="27" creationId="{51A01047-632B-4F57-9CDB-AA680D5BBB19}"/>
          </ac:spMkLst>
        </pc:spChg>
        <pc:spChg chg="add">
          <ac:chgData name="Carlos Chile" userId="103c3bc5f2d2393b" providerId="LiveId" clId="{10CDC8D4-2CCD-4DB7-9797-AA8EB51E78D6}" dt="2024-06-26T15:04:56.112" v="34" actId="26606"/>
          <ac:spMkLst>
            <pc:docMk/>
            <pc:sldMk cId="804682766" sldId="284"/>
            <ac:spMk id="28" creationId="{6D7753FE-7408-46D8-999A-0B0C34EA8C09}"/>
          </ac:spMkLst>
        </pc:spChg>
        <pc:grpChg chg="add del">
          <ac:chgData name="Carlos Chile" userId="103c3bc5f2d2393b" providerId="LiveId" clId="{10CDC8D4-2CCD-4DB7-9797-AA8EB51E78D6}" dt="2024-06-26T15:04:56.081" v="33" actId="26606"/>
          <ac:grpSpMkLst>
            <pc:docMk/>
            <pc:sldMk cId="804682766" sldId="284"/>
            <ac:grpSpMk id="22" creationId="{E30DE9CB-4267-487A-915E-5665607E9F36}"/>
          </ac:grpSpMkLst>
        </pc:grpChg>
        <pc:grpChg chg="add">
          <ac:chgData name="Carlos Chile" userId="103c3bc5f2d2393b" providerId="LiveId" clId="{10CDC8D4-2CCD-4DB7-9797-AA8EB51E78D6}" dt="2024-06-26T15:04:56.112" v="34" actId="26606"/>
          <ac:grpSpMkLst>
            <pc:docMk/>
            <pc:sldMk cId="804682766" sldId="284"/>
            <ac:grpSpMk id="29" creationId="{E30DE9CB-4267-487A-915E-5665607E9F36}"/>
          </ac:grpSpMkLst>
        </pc:grpChg>
        <pc:graphicFrameChg chg="mod modGraphic">
          <ac:chgData name="Carlos Chile" userId="103c3bc5f2d2393b" providerId="LiveId" clId="{10CDC8D4-2CCD-4DB7-9797-AA8EB51E78D6}" dt="2024-06-26T15:04:56.112" v="34" actId="26606"/>
          <ac:graphicFrameMkLst>
            <pc:docMk/>
            <pc:sldMk cId="804682766" sldId="284"/>
            <ac:graphicFrameMk id="5" creationId="{AF7BB989-2825-6590-A76F-1075771AAA94}"/>
          </ac:graphicFrameMkLst>
        </pc:graphicFrameChg>
      </pc:sldChg>
      <pc:sldChg chg="addSp delSp modSp mod modTransition">
        <pc:chgData name="Carlos Chile" userId="103c3bc5f2d2393b" providerId="LiveId" clId="{10CDC8D4-2CCD-4DB7-9797-AA8EB51E78D6}" dt="2024-06-26T15:05:07.147" v="35" actId="26606"/>
        <pc:sldMkLst>
          <pc:docMk/>
          <pc:sldMk cId="380792951" sldId="285"/>
        </pc:sldMkLst>
        <pc:spChg chg="mod">
          <ac:chgData name="Carlos Chile" userId="103c3bc5f2d2393b" providerId="LiveId" clId="{10CDC8D4-2CCD-4DB7-9797-AA8EB51E78D6}" dt="2024-06-26T15:05:07.147" v="35" actId="26606"/>
          <ac:spMkLst>
            <pc:docMk/>
            <pc:sldMk cId="380792951" sldId="285"/>
            <ac:spMk id="2" creationId="{F106BBFF-5A64-D25E-9DD3-F1C9D0256723}"/>
          </ac:spMkLst>
        </pc:spChg>
        <pc:spChg chg="del">
          <ac:chgData name="Carlos Chile" userId="103c3bc5f2d2393b" providerId="LiveId" clId="{10CDC8D4-2CCD-4DB7-9797-AA8EB51E78D6}" dt="2024-06-26T15:05:07.147" v="35" actId="26606"/>
          <ac:spMkLst>
            <pc:docMk/>
            <pc:sldMk cId="380792951" sldId="285"/>
            <ac:spMk id="15" creationId="{FAC9656C-AED6-412E-9226-B7F1964005BD}"/>
          </ac:spMkLst>
        </pc:spChg>
        <pc:spChg chg="del">
          <ac:chgData name="Carlos Chile" userId="103c3bc5f2d2393b" providerId="LiveId" clId="{10CDC8D4-2CCD-4DB7-9797-AA8EB51E78D6}" dt="2024-06-26T15:05:07.147" v="35" actId="26606"/>
          <ac:spMkLst>
            <pc:docMk/>
            <pc:sldMk cId="380792951" sldId="285"/>
            <ac:spMk id="16" creationId="{F5BC820D-D527-47CE-ABB0-DA0BB5B04330}"/>
          </ac:spMkLst>
        </pc:spChg>
        <pc:spChg chg="del">
          <ac:chgData name="Carlos Chile" userId="103c3bc5f2d2393b" providerId="LiveId" clId="{10CDC8D4-2CCD-4DB7-9797-AA8EB51E78D6}" dt="2024-06-26T15:05:07.147" v="35" actId="26606"/>
          <ac:spMkLst>
            <pc:docMk/>
            <pc:sldMk cId="380792951" sldId="285"/>
            <ac:spMk id="17" creationId="{D1DD315B-AEF9-490C-9438-C80F80405798}"/>
          </ac:spMkLst>
        </pc:spChg>
        <pc:spChg chg="add">
          <ac:chgData name="Carlos Chile" userId="103c3bc5f2d2393b" providerId="LiveId" clId="{10CDC8D4-2CCD-4DB7-9797-AA8EB51E78D6}" dt="2024-06-26T15:05:07.147" v="35" actId="26606"/>
          <ac:spMkLst>
            <pc:docMk/>
            <pc:sldMk cId="380792951" sldId="285"/>
            <ac:spMk id="23" creationId="{51A01047-632B-4F57-9CDB-AA680D5BBB19}"/>
          </ac:spMkLst>
        </pc:spChg>
        <pc:spChg chg="add">
          <ac:chgData name="Carlos Chile" userId="103c3bc5f2d2393b" providerId="LiveId" clId="{10CDC8D4-2CCD-4DB7-9797-AA8EB51E78D6}" dt="2024-06-26T15:05:07.147" v="35" actId="26606"/>
          <ac:spMkLst>
            <pc:docMk/>
            <pc:sldMk cId="380792951" sldId="285"/>
            <ac:spMk id="25" creationId="{0A889514-6201-455E-A692-EA99AA5E4956}"/>
          </ac:spMkLst>
        </pc:spChg>
        <pc:spChg chg="add">
          <ac:chgData name="Carlos Chile" userId="103c3bc5f2d2393b" providerId="LiveId" clId="{10CDC8D4-2CCD-4DB7-9797-AA8EB51E78D6}" dt="2024-06-26T15:05:07.147" v="35" actId="26606"/>
          <ac:spMkLst>
            <pc:docMk/>
            <pc:sldMk cId="380792951" sldId="285"/>
            <ac:spMk id="27" creationId="{FE7D6909-792D-415A-9FFA-338352CF502D}"/>
          </ac:spMkLst>
        </pc:spChg>
        <pc:grpChg chg="add">
          <ac:chgData name="Carlos Chile" userId="103c3bc5f2d2393b" providerId="LiveId" clId="{10CDC8D4-2CCD-4DB7-9797-AA8EB51E78D6}" dt="2024-06-26T15:05:07.147" v="35" actId="26606"/>
          <ac:grpSpMkLst>
            <pc:docMk/>
            <pc:sldMk cId="380792951" sldId="285"/>
            <ac:grpSpMk id="29" creationId="{47EBDB13-42FF-462F-8F9B-9A54DCFBD404}"/>
          </ac:grpSpMkLst>
        </pc:grpChg>
        <pc:graphicFrameChg chg="mod modGraphic">
          <ac:chgData name="Carlos Chile" userId="103c3bc5f2d2393b" providerId="LiveId" clId="{10CDC8D4-2CCD-4DB7-9797-AA8EB51E78D6}" dt="2024-06-26T15:05:07.147" v="35" actId="26606"/>
          <ac:graphicFrameMkLst>
            <pc:docMk/>
            <pc:sldMk cId="380792951" sldId="285"/>
            <ac:graphicFrameMk id="18" creationId="{6CBF5F10-1A41-C6D3-45B0-8B07EDDD9119}"/>
          </ac:graphicFrameMkLst>
        </pc:graphicFrameChg>
      </pc:sldChg>
      <pc:sldChg chg="addSp delSp modSp mod modTransition">
        <pc:chgData name="Carlos Chile" userId="103c3bc5f2d2393b" providerId="LiveId" clId="{10CDC8D4-2CCD-4DB7-9797-AA8EB51E78D6}" dt="2024-06-26T15:05:11.332" v="36" actId="26606"/>
        <pc:sldMkLst>
          <pc:docMk/>
          <pc:sldMk cId="3581253520" sldId="286"/>
        </pc:sldMkLst>
        <pc:spChg chg="mod">
          <ac:chgData name="Carlos Chile" userId="103c3bc5f2d2393b" providerId="LiveId" clId="{10CDC8D4-2CCD-4DB7-9797-AA8EB51E78D6}" dt="2024-06-26T15:05:11.332" v="36" actId="26606"/>
          <ac:spMkLst>
            <pc:docMk/>
            <pc:sldMk cId="3581253520" sldId="286"/>
            <ac:spMk id="2" creationId="{11DEDC4A-889C-A539-065A-7725FE4180D9}"/>
          </ac:spMkLst>
        </pc:spChg>
        <pc:spChg chg="del">
          <ac:chgData name="Carlos Chile" userId="103c3bc5f2d2393b" providerId="LiveId" clId="{10CDC8D4-2CCD-4DB7-9797-AA8EB51E78D6}" dt="2024-06-26T15:05:11.332" v="36" actId="26606"/>
          <ac:spMkLst>
            <pc:docMk/>
            <pc:sldMk cId="3581253520" sldId="286"/>
            <ac:spMk id="9" creationId="{FAC9656C-AED6-412E-9226-B7F1964005BD}"/>
          </ac:spMkLst>
        </pc:spChg>
        <pc:spChg chg="del">
          <ac:chgData name="Carlos Chile" userId="103c3bc5f2d2393b" providerId="LiveId" clId="{10CDC8D4-2CCD-4DB7-9797-AA8EB51E78D6}" dt="2024-06-26T15:05:11.332" v="36" actId="26606"/>
          <ac:spMkLst>
            <pc:docMk/>
            <pc:sldMk cId="3581253520" sldId="286"/>
            <ac:spMk id="11" creationId="{F5BC820D-D527-47CE-ABB0-DA0BB5B04330}"/>
          </ac:spMkLst>
        </pc:spChg>
        <pc:spChg chg="del">
          <ac:chgData name="Carlos Chile" userId="103c3bc5f2d2393b" providerId="LiveId" clId="{10CDC8D4-2CCD-4DB7-9797-AA8EB51E78D6}" dt="2024-06-26T15:05:11.332" v="36" actId="26606"/>
          <ac:spMkLst>
            <pc:docMk/>
            <pc:sldMk cId="3581253520" sldId="286"/>
            <ac:spMk id="13" creationId="{D1DD315B-AEF9-490C-9438-C80F80405798}"/>
          </ac:spMkLst>
        </pc:spChg>
        <pc:spChg chg="add">
          <ac:chgData name="Carlos Chile" userId="103c3bc5f2d2393b" providerId="LiveId" clId="{10CDC8D4-2CCD-4DB7-9797-AA8EB51E78D6}" dt="2024-06-26T15:05:11.332" v="36" actId="26606"/>
          <ac:spMkLst>
            <pc:docMk/>
            <pc:sldMk cId="3581253520" sldId="286"/>
            <ac:spMk id="18" creationId="{51A01047-632B-4F57-9CDB-AA680D5BBB19}"/>
          </ac:spMkLst>
        </pc:spChg>
        <pc:spChg chg="add">
          <ac:chgData name="Carlos Chile" userId="103c3bc5f2d2393b" providerId="LiveId" clId="{10CDC8D4-2CCD-4DB7-9797-AA8EB51E78D6}" dt="2024-06-26T15:05:11.332" v="36" actId="26606"/>
          <ac:spMkLst>
            <pc:docMk/>
            <pc:sldMk cId="3581253520" sldId="286"/>
            <ac:spMk id="20" creationId="{6D7753FE-7408-46D8-999A-0B0C34EA8C09}"/>
          </ac:spMkLst>
        </pc:spChg>
        <pc:grpChg chg="add">
          <ac:chgData name="Carlos Chile" userId="103c3bc5f2d2393b" providerId="LiveId" clId="{10CDC8D4-2CCD-4DB7-9797-AA8EB51E78D6}" dt="2024-06-26T15:05:11.332" v="36" actId="26606"/>
          <ac:grpSpMkLst>
            <pc:docMk/>
            <pc:sldMk cId="3581253520" sldId="286"/>
            <ac:grpSpMk id="22" creationId="{E30DE9CB-4267-487A-915E-5665607E9F36}"/>
          </ac:grpSpMkLst>
        </pc:grpChg>
        <pc:graphicFrameChg chg="mod modGraphic">
          <ac:chgData name="Carlos Chile" userId="103c3bc5f2d2393b" providerId="LiveId" clId="{10CDC8D4-2CCD-4DB7-9797-AA8EB51E78D6}" dt="2024-06-26T15:05:11.332" v="36" actId="26606"/>
          <ac:graphicFrameMkLst>
            <pc:docMk/>
            <pc:sldMk cId="3581253520" sldId="286"/>
            <ac:graphicFrameMk id="5" creationId="{E6F47D11-F05F-C4E8-8D7B-6122C821617E}"/>
          </ac:graphicFrameMkLst>
        </pc:graphicFrameChg>
      </pc:sldChg>
      <pc:sldChg chg="modTransition">
        <pc:chgData name="Carlos Chile" userId="103c3bc5f2d2393b" providerId="LiveId" clId="{10CDC8D4-2CCD-4DB7-9797-AA8EB51E78D6}" dt="2024-06-26T15:04:10.096" v="31"/>
        <pc:sldMkLst>
          <pc:docMk/>
          <pc:sldMk cId="2516569335" sldId="287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24.png"/><Relationship Id="rId4" Type="http://schemas.openxmlformats.org/officeDocument/2006/relationships/image" Target="../media/image34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4" Type="http://schemas.openxmlformats.org/officeDocument/2006/relationships/image" Target="../media/image42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4" Type="http://schemas.openxmlformats.org/officeDocument/2006/relationships/image" Target="../media/image61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4" Type="http://schemas.openxmlformats.org/officeDocument/2006/relationships/image" Target="../media/image65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14.png"/><Relationship Id="rId7" Type="http://schemas.openxmlformats.org/officeDocument/2006/relationships/image" Target="../media/image70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15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Relationship Id="rId4" Type="http://schemas.openxmlformats.org/officeDocument/2006/relationships/image" Target="../media/image5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4" Type="http://schemas.openxmlformats.org/officeDocument/2006/relationships/image" Target="../media/image5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svg"/><Relationship Id="rId1" Type="http://schemas.openxmlformats.org/officeDocument/2006/relationships/image" Target="../media/image76.png"/><Relationship Id="rId4" Type="http://schemas.openxmlformats.org/officeDocument/2006/relationships/image" Target="../media/image7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24.png"/><Relationship Id="rId4" Type="http://schemas.openxmlformats.org/officeDocument/2006/relationships/image" Target="../media/image34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4" Type="http://schemas.openxmlformats.org/officeDocument/2006/relationships/image" Target="../media/image42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4" Type="http://schemas.openxmlformats.org/officeDocument/2006/relationships/image" Target="../media/image61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4" Type="http://schemas.openxmlformats.org/officeDocument/2006/relationships/image" Target="../media/image65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14.png"/><Relationship Id="rId7" Type="http://schemas.openxmlformats.org/officeDocument/2006/relationships/image" Target="../media/image70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15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Relationship Id="rId4" Type="http://schemas.openxmlformats.org/officeDocument/2006/relationships/image" Target="../media/image5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4" Type="http://schemas.openxmlformats.org/officeDocument/2006/relationships/image" Target="../media/image5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svg"/><Relationship Id="rId1" Type="http://schemas.openxmlformats.org/officeDocument/2006/relationships/image" Target="../media/image76.png"/><Relationship Id="rId4" Type="http://schemas.openxmlformats.org/officeDocument/2006/relationships/image" Target="../media/image7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3C2C32-5484-478A-8AA6-5BE38C3C2B8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E7EB997-B94F-406A-B2C1-85BA0725459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C" b="1" i="0" baseline="0"/>
            <a:t>Índices únicos</a:t>
          </a:r>
          <a:endParaRPr lang="en-US"/>
        </a:p>
      </dgm:t>
    </dgm:pt>
    <dgm:pt modelId="{3782FBBD-27F7-49F7-BB72-302A902B8357}" type="parTrans" cxnId="{D45A4071-EAE1-4504-94BD-D1D611C05214}">
      <dgm:prSet/>
      <dgm:spPr/>
      <dgm:t>
        <a:bodyPr/>
        <a:lstStyle/>
        <a:p>
          <a:endParaRPr lang="en-US"/>
        </a:p>
      </dgm:t>
    </dgm:pt>
    <dgm:pt modelId="{130E5024-4D01-4D1C-9715-BCC04D9BA997}" type="sibTrans" cxnId="{D45A4071-EAE1-4504-94BD-D1D611C05214}">
      <dgm:prSet/>
      <dgm:spPr/>
      <dgm:t>
        <a:bodyPr/>
        <a:lstStyle/>
        <a:p>
          <a:endParaRPr lang="en-US"/>
        </a:p>
      </dgm:t>
    </dgm:pt>
    <dgm:pt modelId="{FD956D61-1853-40C0-8759-6C07E57D23B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C" b="1" i="0" baseline="0"/>
            <a:t>Índices compuestos</a:t>
          </a:r>
          <a:endParaRPr lang="en-US"/>
        </a:p>
      </dgm:t>
    </dgm:pt>
    <dgm:pt modelId="{CCFCC563-69EC-4E3F-8425-CF9A04F197CA}" type="parTrans" cxnId="{775542C4-B342-426E-81D8-FA44386E31D1}">
      <dgm:prSet/>
      <dgm:spPr/>
      <dgm:t>
        <a:bodyPr/>
        <a:lstStyle/>
        <a:p>
          <a:endParaRPr lang="en-US"/>
        </a:p>
      </dgm:t>
    </dgm:pt>
    <dgm:pt modelId="{8B289502-D4E7-46FA-81C6-319DCC3397E0}" type="sibTrans" cxnId="{775542C4-B342-426E-81D8-FA44386E31D1}">
      <dgm:prSet/>
      <dgm:spPr/>
      <dgm:t>
        <a:bodyPr/>
        <a:lstStyle/>
        <a:p>
          <a:endParaRPr lang="en-US"/>
        </a:p>
      </dgm:t>
    </dgm:pt>
    <dgm:pt modelId="{B37A01BF-6531-4D6E-BE8A-1758841B82E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C" b="1" i="0" baseline="0"/>
            <a:t>Índices de texto completo</a:t>
          </a:r>
          <a:endParaRPr lang="en-US"/>
        </a:p>
      </dgm:t>
    </dgm:pt>
    <dgm:pt modelId="{16E02381-B040-498A-AD90-C2EFC0FAB44F}" type="parTrans" cxnId="{65F1E38A-F875-483A-90D6-79161C7132D8}">
      <dgm:prSet/>
      <dgm:spPr/>
      <dgm:t>
        <a:bodyPr/>
        <a:lstStyle/>
        <a:p>
          <a:endParaRPr lang="en-US"/>
        </a:p>
      </dgm:t>
    </dgm:pt>
    <dgm:pt modelId="{8F13C041-989C-4097-9541-060BF210BDB7}" type="sibTrans" cxnId="{65F1E38A-F875-483A-90D6-79161C7132D8}">
      <dgm:prSet/>
      <dgm:spPr/>
      <dgm:t>
        <a:bodyPr/>
        <a:lstStyle/>
        <a:p>
          <a:endParaRPr lang="en-US"/>
        </a:p>
      </dgm:t>
    </dgm:pt>
    <dgm:pt modelId="{8CA0EFA6-3612-4A3C-9191-E86FF0029B18}" type="pres">
      <dgm:prSet presAssocID="{8E3C2C32-5484-478A-8AA6-5BE38C3C2B80}" presName="root" presStyleCnt="0">
        <dgm:presLayoutVars>
          <dgm:dir/>
          <dgm:resizeHandles val="exact"/>
        </dgm:presLayoutVars>
      </dgm:prSet>
      <dgm:spPr/>
    </dgm:pt>
    <dgm:pt modelId="{C8AA69CB-386F-48F9-B808-B1693F98F4F1}" type="pres">
      <dgm:prSet presAssocID="{8E7EB997-B94F-406A-B2C1-85BA0725459E}" presName="compNode" presStyleCnt="0"/>
      <dgm:spPr/>
    </dgm:pt>
    <dgm:pt modelId="{5AA03348-CFE3-4637-A9AA-2AECAABD89E9}" type="pres">
      <dgm:prSet presAssocID="{8E7EB997-B94F-406A-B2C1-85BA0725459E}" presName="iconBgRect" presStyleLbl="bgShp" presStyleIdx="0" presStyleCnt="3"/>
      <dgm:spPr/>
    </dgm:pt>
    <dgm:pt modelId="{B2B0EE16-E62B-4900-B1BE-333CBCECD29A}" type="pres">
      <dgm:prSet presAssocID="{8E7EB997-B94F-406A-B2C1-85BA0725459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A3ECC372-9195-421B-A6F8-FEFF5F99BDBD}" type="pres">
      <dgm:prSet presAssocID="{8E7EB997-B94F-406A-B2C1-85BA0725459E}" presName="spaceRect" presStyleCnt="0"/>
      <dgm:spPr/>
    </dgm:pt>
    <dgm:pt modelId="{16A351DE-425C-44DD-AA5E-7B934D129243}" type="pres">
      <dgm:prSet presAssocID="{8E7EB997-B94F-406A-B2C1-85BA0725459E}" presName="textRect" presStyleLbl="revTx" presStyleIdx="0" presStyleCnt="3">
        <dgm:presLayoutVars>
          <dgm:chMax val="1"/>
          <dgm:chPref val="1"/>
        </dgm:presLayoutVars>
      </dgm:prSet>
      <dgm:spPr/>
    </dgm:pt>
    <dgm:pt modelId="{05B6129C-3B24-4F71-8770-5634AF5DC689}" type="pres">
      <dgm:prSet presAssocID="{130E5024-4D01-4D1C-9715-BCC04D9BA997}" presName="sibTrans" presStyleCnt="0"/>
      <dgm:spPr/>
    </dgm:pt>
    <dgm:pt modelId="{794ADBCE-FB1C-43CA-ACF2-D3E1A4BFDEA8}" type="pres">
      <dgm:prSet presAssocID="{FD956D61-1853-40C0-8759-6C07E57D23B9}" presName="compNode" presStyleCnt="0"/>
      <dgm:spPr/>
    </dgm:pt>
    <dgm:pt modelId="{1FC716C2-DF05-4C92-8E76-7D968980F8F9}" type="pres">
      <dgm:prSet presAssocID="{FD956D61-1853-40C0-8759-6C07E57D23B9}" presName="iconBgRect" presStyleLbl="bgShp" presStyleIdx="1" presStyleCnt="3"/>
      <dgm:spPr/>
    </dgm:pt>
    <dgm:pt modelId="{AB554884-96AC-4051-A4FE-E3D904A4639B}" type="pres">
      <dgm:prSet presAssocID="{FD956D61-1853-40C0-8759-6C07E57D23B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raz"/>
        </a:ext>
      </dgm:extLst>
    </dgm:pt>
    <dgm:pt modelId="{427E93F3-2B82-4390-A99C-F91D1F91A96D}" type="pres">
      <dgm:prSet presAssocID="{FD956D61-1853-40C0-8759-6C07E57D23B9}" presName="spaceRect" presStyleCnt="0"/>
      <dgm:spPr/>
    </dgm:pt>
    <dgm:pt modelId="{1EDC27D9-4734-4613-BDBB-550DDA512DF9}" type="pres">
      <dgm:prSet presAssocID="{FD956D61-1853-40C0-8759-6C07E57D23B9}" presName="textRect" presStyleLbl="revTx" presStyleIdx="1" presStyleCnt="3">
        <dgm:presLayoutVars>
          <dgm:chMax val="1"/>
          <dgm:chPref val="1"/>
        </dgm:presLayoutVars>
      </dgm:prSet>
      <dgm:spPr/>
    </dgm:pt>
    <dgm:pt modelId="{4F045BA7-F030-4DCF-B28B-360F71EAB70C}" type="pres">
      <dgm:prSet presAssocID="{8B289502-D4E7-46FA-81C6-319DCC3397E0}" presName="sibTrans" presStyleCnt="0"/>
      <dgm:spPr/>
    </dgm:pt>
    <dgm:pt modelId="{E7438910-2441-4B04-9D7A-225F9D9C19F9}" type="pres">
      <dgm:prSet presAssocID="{B37A01BF-6531-4D6E-BE8A-1758841B82EF}" presName="compNode" presStyleCnt="0"/>
      <dgm:spPr/>
    </dgm:pt>
    <dgm:pt modelId="{3208EBB9-04EB-466A-ADBA-2576AD818BC3}" type="pres">
      <dgm:prSet presAssocID="{B37A01BF-6531-4D6E-BE8A-1758841B82EF}" presName="iconBgRect" presStyleLbl="bgShp" presStyleIdx="2" presStyleCnt="3"/>
      <dgm:spPr/>
    </dgm:pt>
    <dgm:pt modelId="{C594CF6A-AEA0-4A5E-94D5-2E8321DD7A13}" type="pres">
      <dgm:prSet presAssocID="{B37A01BF-6531-4D6E-BE8A-1758841B82E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299F64C-C1D3-44B3-ABBD-472703B40EBD}" type="pres">
      <dgm:prSet presAssocID="{B37A01BF-6531-4D6E-BE8A-1758841B82EF}" presName="spaceRect" presStyleCnt="0"/>
      <dgm:spPr/>
    </dgm:pt>
    <dgm:pt modelId="{446F63E7-B86A-4C77-889B-C284EEA585AF}" type="pres">
      <dgm:prSet presAssocID="{B37A01BF-6531-4D6E-BE8A-1758841B82E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9D04E0D-5DB6-405A-B8CE-7B84C07B5D60}" type="presOf" srcId="{B37A01BF-6531-4D6E-BE8A-1758841B82EF}" destId="{446F63E7-B86A-4C77-889B-C284EEA585AF}" srcOrd="0" destOrd="0" presId="urn:microsoft.com/office/officeart/2018/5/layout/IconCircleLabelList"/>
    <dgm:cxn modelId="{5960EB36-8D0F-45CB-9BB4-A925CBBB5279}" type="presOf" srcId="{8E7EB997-B94F-406A-B2C1-85BA0725459E}" destId="{16A351DE-425C-44DD-AA5E-7B934D129243}" srcOrd="0" destOrd="0" presId="urn:microsoft.com/office/officeart/2018/5/layout/IconCircleLabelList"/>
    <dgm:cxn modelId="{67F61748-D0E5-4F78-ABA3-7A49AA6C954D}" type="presOf" srcId="{FD956D61-1853-40C0-8759-6C07E57D23B9}" destId="{1EDC27D9-4734-4613-BDBB-550DDA512DF9}" srcOrd="0" destOrd="0" presId="urn:microsoft.com/office/officeart/2018/5/layout/IconCircleLabelList"/>
    <dgm:cxn modelId="{D45A4071-EAE1-4504-94BD-D1D611C05214}" srcId="{8E3C2C32-5484-478A-8AA6-5BE38C3C2B80}" destId="{8E7EB997-B94F-406A-B2C1-85BA0725459E}" srcOrd="0" destOrd="0" parTransId="{3782FBBD-27F7-49F7-BB72-302A902B8357}" sibTransId="{130E5024-4D01-4D1C-9715-BCC04D9BA997}"/>
    <dgm:cxn modelId="{65F1E38A-F875-483A-90D6-79161C7132D8}" srcId="{8E3C2C32-5484-478A-8AA6-5BE38C3C2B80}" destId="{B37A01BF-6531-4D6E-BE8A-1758841B82EF}" srcOrd="2" destOrd="0" parTransId="{16E02381-B040-498A-AD90-C2EFC0FAB44F}" sibTransId="{8F13C041-989C-4097-9541-060BF210BDB7}"/>
    <dgm:cxn modelId="{F9B15E97-F034-4C4B-A4E0-74DC9C369FBF}" type="presOf" srcId="{8E3C2C32-5484-478A-8AA6-5BE38C3C2B80}" destId="{8CA0EFA6-3612-4A3C-9191-E86FF0029B18}" srcOrd="0" destOrd="0" presId="urn:microsoft.com/office/officeart/2018/5/layout/IconCircleLabelList"/>
    <dgm:cxn modelId="{775542C4-B342-426E-81D8-FA44386E31D1}" srcId="{8E3C2C32-5484-478A-8AA6-5BE38C3C2B80}" destId="{FD956D61-1853-40C0-8759-6C07E57D23B9}" srcOrd="1" destOrd="0" parTransId="{CCFCC563-69EC-4E3F-8425-CF9A04F197CA}" sibTransId="{8B289502-D4E7-46FA-81C6-319DCC3397E0}"/>
    <dgm:cxn modelId="{3C2FABA4-2B8F-4599-89A4-755B1D8C0D5A}" type="presParOf" srcId="{8CA0EFA6-3612-4A3C-9191-E86FF0029B18}" destId="{C8AA69CB-386F-48F9-B808-B1693F98F4F1}" srcOrd="0" destOrd="0" presId="urn:microsoft.com/office/officeart/2018/5/layout/IconCircleLabelList"/>
    <dgm:cxn modelId="{D2E72C79-83CD-4C15-A33F-13337D92A5CA}" type="presParOf" srcId="{C8AA69CB-386F-48F9-B808-B1693F98F4F1}" destId="{5AA03348-CFE3-4637-A9AA-2AECAABD89E9}" srcOrd="0" destOrd="0" presId="urn:microsoft.com/office/officeart/2018/5/layout/IconCircleLabelList"/>
    <dgm:cxn modelId="{0FB5BD41-5EEA-491C-A8F6-11CBE96A5B3F}" type="presParOf" srcId="{C8AA69CB-386F-48F9-B808-B1693F98F4F1}" destId="{B2B0EE16-E62B-4900-B1BE-333CBCECD29A}" srcOrd="1" destOrd="0" presId="urn:microsoft.com/office/officeart/2018/5/layout/IconCircleLabelList"/>
    <dgm:cxn modelId="{00668362-A21B-4070-8BED-741901A57F83}" type="presParOf" srcId="{C8AA69CB-386F-48F9-B808-B1693F98F4F1}" destId="{A3ECC372-9195-421B-A6F8-FEFF5F99BDBD}" srcOrd="2" destOrd="0" presId="urn:microsoft.com/office/officeart/2018/5/layout/IconCircleLabelList"/>
    <dgm:cxn modelId="{EECAB1C2-179F-4AE9-8FB1-DE507B777AF7}" type="presParOf" srcId="{C8AA69CB-386F-48F9-B808-B1693F98F4F1}" destId="{16A351DE-425C-44DD-AA5E-7B934D129243}" srcOrd="3" destOrd="0" presId="urn:microsoft.com/office/officeart/2018/5/layout/IconCircleLabelList"/>
    <dgm:cxn modelId="{E5EB10EA-EC3D-40AD-AC7F-ED6B898845E6}" type="presParOf" srcId="{8CA0EFA6-3612-4A3C-9191-E86FF0029B18}" destId="{05B6129C-3B24-4F71-8770-5634AF5DC689}" srcOrd="1" destOrd="0" presId="urn:microsoft.com/office/officeart/2018/5/layout/IconCircleLabelList"/>
    <dgm:cxn modelId="{1EA572CA-30B9-4F61-BF7F-77A710CE0831}" type="presParOf" srcId="{8CA0EFA6-3612-4A3C-9191-E86FF0029B18}" destId="{794ADBCE-FB1C-43CA-ACF2-D3E1A4BFDEA8}" srcOrd="2" destOrd="0" presId="urn:microsoft.com/office/officeart/2018/5/layout/IconCircleLabelList"/>
    <dgm:cxn modelId="{CBF2851E-8D6F-4154-A9CB-2C6E9A8E969C}" type="presParOf" srcId="{794ADBCE-FB1C-43CA-ACF2-D3E1A4BFDEA8}" destId="{1FC716C2-DF05-4C92-8E76-7D968980F8F9}" srcOrd="0" destOrd="0" presId="urn:microsoft.com/office/officeart/2018/5/layout/IconCircleLabelList"/>
    <dgm:cxn modelId="{6353C682-3309-472D-AF87-71F7AB3E2ECE}" type="presParOf" srcId="{794ADBCE-FB1C-43CA-ACF2-D3E1A4BFDEA8}" destId="{AB554884-96AC-4051-A4FE-E3D904A4639B}" srcOrd="1" destOrd="0" presId="urn:microsoft.com/office/officeart/2018/5/layout/IconCircleLabelList"/>
    <dgm:cxn modelId="{C873D1B5-78B3-4C7F-B5F4-20ED8E6A2147}" type="presParOf" srcId="{794ADBCE-FB1C-43CA-ACF2-D3E1A4BFDEA8}" destId="{427E93F3-2B82-4390-A99C-F91D1F91A96D}" srcOrd="2" destOrd="0" presId="urn:microsoft.com/office/officeart/2018/5/layout/IconCircleLabelList"/>
    <dgm:cxn modelId="{D57A4ECC-A3DF-49B0-91F5-8F8847701408}" type="presParOf" srcId="{794ADBCE-FB1C-43CA-ACF2-D3E1A4BFDEA8}" destId="{1EDC27D9-4734-4613-BDBB-550DDA512DF9}" srcOrd="3" destOrd="0" presId="urn:microsoft.com/office/officeart/2018/5/layout/IconCircleLabelList"/>
    <dgm:cxn modelId="{7A165CE7-DDCB-4833-A546-6BE84D18C1EE}" type="presParOf" srcId="{8CA0EFA6-3612-4A3C-9191-E86FF0029B18}" destId="{4F045BA7-F030-4DCF-B28B-360F71EAB70C}" srcOrd="3" destOrd="0" presId="urn:microsoft.com/office/officeart/2018/5/layout/IconCircleLabelList"/>
    <dgm:cxn modelId="{B82912D6-3DD9-407D-8ED1-E32DAE27CF49}" type="presParOf" srcId="{8CA0EFA6-3612-4A3C-9191-E86FF0029B18}" destId="{E7438910-2441-4B04-9D7A-225F9D9C19F9}" srcOrd="4" destOrd="0" presId="urn:microsoft.com/office/officeart/2018/5/layout/IconCircleLabelList"/>
    <dgm:cxn modelId="{B3DF52CA-2A96-4FAD-8D79-3AF44F617EE5}" type="presParOf" srcId="{E7438910-2441-4B04-9D7A-225F9D9C19F9}" destId="{3208EBB9-04EB-466A-ADBA-2576AD818BC3}" srcOrd="0" destOrd="0" presId="urn:microsoft.com/office/officeart/2018/5/layout/IconCircleLabelList"/>
    <dgm:cxn modelId="{5EE0F210-EA5D-4FA4-8A83-A8913FC4C88A}" type="presParOf" srcId="{E7438910-2441-4B04-9D7A-225F9D9C19F9}" destId="{C594CF6A-AEA0-4A5E-94D5-2E8321DD7A13}" srcOrd="1" destOrd="0" presId="urn:microsoft.com/office/officeart/2018/5/layout/IconCircleLabelList"/>
    <dgm:cxn modelId="{7152F0D2-D3DF-4D3E-AD8A-E5136A167311}" type="presParOf" srcId="{E7438910-2441-4B04-9D7A-225F9D9C19F9}" destId="{2299F64C-C1D3-44B3-ABBD-472703B40EBD}" srcOrd="2" destOrd="0" presId="urn:microsoft.com/office/officeart/2018/5/layout/IconCircleLabelList"/>
    <dgm:cxn modelId="{169023D9-7CA0-4144-9718-011BF65262CD}" type="presParOf" srcId="{E7438910-2441-4B04-9D7A-225F9D9C19F9}" destId="{446F63E7-B86A-4C77-889B-C284EEA585A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2F3F1C-1799-4F04-9253-E479509E63C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47AB692-A3F5-4E64-85E6-B7A46456DB28}">
      <dgm:prSet/>
      <dgm:spPr/>
      <dgm:t>
        <a:bodyPr/>
        <a:lstStyle/>
        <a:p>
          <a:r>
            <a:rPr lang="es-ES"/>
            <a:t>Involucran varias columnas y son útiles para consultas que combinan múltiples criterios de búsqueda. Ayudan a mejorar el rendimiento de consultas complejas que utilizan varias columnas en sus cláusulas WHERE.</a:t>
          </a:r>
          <a:endParaRPr lang="en-US"/>
        </a:p>
      </dgm:t>
    </dgm:pt>
    <dgm:pt modelId="{FB45BD6D-49B8-4DC3-B975-967D9DDA5965}" type="parTrans" cxnId="{4F03B480-C825-4D60-BA60-635DEE4FCA93}">
      <dgm:prSet/>
      <dgm:spPr/>
      <dgm:t>
        <a:bodyPr/>
        <a:lstStyle/>
        <a:p>
          <a:endParaRPr lang="en-US"/>
        </a:p>
      </dgm:t>
    </dgm:pt>
    <dgm:pt modelId="{DA8222C2-1AFE-4208-B3EA-E1AB18D32174}" type="sibTrans" cxnId="{4F03B480-C825-4D60-BA60-635DEE4FCA93}">
      <dgm:prSet/>
      <dgm:spPr/>
      <dgm:t>
        <a:bodyPr/>
        <a:lstStyle/>
        <a:p>
          <a:endParaRPr lang="en-US"/>
        </a:p>
      </dgm:t>
    </dgm:pt>
    <dgm:pt modelId="{C23D8355-60A2-4AA8-A0C4-CC3B07BF28C5}">
      <dgm:prSet/>
      <dgm:spPr/>
      <dgm:t>
        <a:bodyPr/>
        <a:lstStyle/>
        <a:p>
          <a:r>
            <a:rPr lang="es-ES" b="1"/>
            <a:t>Ejemplo</a:t>
          </a:r>
          <a:r>
            <a:rPr lang="es-ES"/>
            <a:t>: En una tabla de pedidos, un índice compuesto en las columnas "cliente_id" y "fecha_pedido" acelera las consultas que buscan todos los pedidos de un cliente en un rango de fechas específico.</a:t>
          </a:r>
          <a:endParaRPr lang="en-US"/>
        </a:p>
      </dgm:t>
    </dgm:pt>
    <dgm:pt modelId="{886F677E-95F0-4E1D-B3C8-72A7C40FA6F6}" type="parTrans" cxnId="{4182ADCC-2D65-4B5C-86C7-A59F900661EA}">
      <dgm:prSet/>
      <dgm:spPr/>
      <dgm:t>
        <a:bodyPr/>
        <a:lstStyle/>
        <a:p>
          <a:endParaRPr lang="en-US"/>
        </a:p>
      </dgm:t>
    </dgm:pt>
    <dgm:pt modelId="{23DB8ED3-7E91-4E14-8699-F76A16F8EE3E}" type="sibTrans" cxnId="{4182ADCC-2D65-4B5C-86C7-A59F900661EA}">
      <dgm:prSet/>
      <dgm:spPr/>
      <dgm:t>
        <a:bodyPr/>
        <a:lstStyle/>
        <a:p>
          <a:endParaRPr lang="en-US"/>
        </a:p>
      </dgm:t>
    </dgm:pt>
    <dgm:pt modelId="{82EB9209-A2BF-4C3B-8E62-7338EFC238C8}" type="pres">
      <dgm:prSet presAssocID="{722F3F1C-1799-4F04-9253-E479509E63CF}" presName="root" presStyleCnt="0">
        <dgm:presLayoutVars>
          <dgm:dir/>
          <dgm:resizeHandles val="exact"/>
        </dgm:presLayoutVars>
      </dgm:prSet>
      <dgm:spPr/>
    </dgm:pt>
    <dgm:pt modelId="{B228C4F5-F583-4A6B-8B13-65405E2CA3D1}" type="pres">
      <dgm:prSet presAssocID="{847AB692-A3F5-4E64-85E6-B7A46456DB28}" presName="compNode" presStyleCnt="0"/>
      <dgm:spPr/>
    </dgm:pt>
    <dgm:pt modelId="{C202070A-25DC-4BFA-90F9-D163761CD4D6}" type="pres">
      <dgm:prSet presAssocID="{847AB692-A3F5-4E64-85E6-B7A46456DB2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347E83B4-CA77-494C-A660-4ACAB430887C}" type="pres">
      <dgm:prSet presAssocID="{847AB692-A3F5-4E64-85E6-B7A46456DB28}" presName="spaceRect" presStyleCnt="0"/>
      <dgm:spPr/>
    </dgm:pt>
    <dgm:pt modelId="{C36C3F40-FD8D-4BF5-AAB0-4707ABECC6CF}" type="pres">
      <dgm:prSet presAssocID="{847AB692-A3F5-4E64-85E6-B7A46456DB28}" presName="textRect" presStyleLbl="revTx" presStyleIdx="0" presStyleCnt="2">
        <dgm:presLayoutVars>
          <dgm:chMax val="1"/>
          <dgm:chPref val="1"/>
        </dgm:presLayoutVars>
      </dgm:prSet>
      <dgm:spPr/>
    </dgm:pt>
    <dgm:pt modelId="{4866D2C9-52E9-4458-A97C-E3CA47E06F29}" type="pres">
      <dgm:prSet presAssocID="{DA8222C2-1AFE-4208-B3EA-E1AB18D32174}" presName="sibTrans" presStyleCnt="0"/>
      <dgm:spPr/>
    </dgm:pt>
    <dgm:pt modelId="{D4FA3A85-9175-4B1C-949C-D5EFDA544E71}" type="pres">
      <dgm:prSet presAssocID="{C23D8355-60A2-4AA8-A0C4-CC3B07BF28C5}" presName="compNode" presStyleCnt="0"/>
      <dgm:spPr/>
    </dgm:pt>
    <dgm:pt modelId="{CA7F4524-7B64-4C9A-994D-22AC743F654F}" type="pres">
      <dgm:prSet presAssocID="{C23D8355-60A2-4AA8-A0C4-CC3B07BF28C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10C972E2-6826-4587-A017-B286F18A5588}" type="pres">
      <dgm:prSet presAssocID="{C23D8355-60A2-4AA8-A0C4-CC3B07BF28C5}" presName="spaceRect" presStyleCnt="0"/>
      <dgm:spPr/>
    </dgm:pt>
    <dgm:pt modelId="{5292F4DD-2AEB-4892-985A-DC673926D075}" type="pres">
      <dgm:prSet presAssocID="{C23D8355-60A2-4AA8-A0C4-CC3B07BF28C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F03B480-C825-4D60-BA60-635DEE4FCA93}" srcId="{722F3F1C-1799-4F04-9253-E479509E63CF}" destId="{847AB692-A3F5-4E64-85E6-B7A46456DB28}" srcOrd="0" destOrd="0" parTransId="{FB45BD6D-49B8-4DC3-B975-967D9DDA5965}" sibTransId="{DA8222C2-1AFE-4208-B3EA-E1AB18D32174}"/>
    <dgm:cxn modelId="{D0B90D92-02C7-4AE2-8C69-C6BDB3CB6915}" type="presOf" srcId="{847AB692-A3F5-4E64-85E6-B7A46456DB28}" destId="{C36C3F40-FD8D-4BF5-AAB0-4707ABECC6CF}" srcOrd="0" destOrd="0" presId="urn:microsoft.com/office/officeart/2018/2/layout/IconLabelList"/>
    <dgm:cxn modelId="{0A0A96AC-A124-4353-9279-4BD058238F65}" type="presOf" srcId="{722F3F1C-1799-4F04-9253-E479509E63CF}" destId="{82EB9209-A2BF-4C3B-8E62-7338EFC238C8}" srcOrd="0" destOrd="0" presId="urn:microsoft.com/office/officeart/2018/2/layout/IconLabelList"/>
    <dgm:cxn modelId="{853532BC-4CD7-4C96-9B8E-B36B22EC4AA4}" type="presOf" srcId="{C23D8355-60A2-4AA8-A0C4-CC3B07BF28C5}" destId="{5292F4DD-2AEB-4892-985A-DC673926D075}" srcOrd="0" destOrd="0" presId="urn:microsoft.com/office/officeart/2018/2/layout/IconLabelList"/>
    <dgm:cxn modelId="{4182ADCC-2D65-4B5C-86C7-A59F900661EA}" srcId="{722F3F1C-1799-4F04-9253-E479509E63CF}" destId="{C23D8355-60A2-4AA8-A0C4-CC3B07BF28C5}" srcOrd="1" destOrd="0" parTransId="{886F677E-95F0-4E1D-B3C8-72A7C40FA6F6}" sibTransId="{23DB8ED3-7E91-4E14-8699-F76A16F8EE3E}"/>
    <dgm:cxn modelId="{978AF35F-FAC6-4444-A8B0-4E4C2BAB13CC}" type="presParOf" srcId="{82EB9209-A2BF-4C3B-8E62-7338EFC238C8}" destId="{B228C4F5-F583-4A6B-8B13-65405E2CA3D1}" srcOrd="0" destOrd="0" presId="urn:microsoft.com/office/officeart/2018/2/layout/IconLabelList"/>
    <dgm:cxn modelId="{53F7723B-55A1-437B-9EBA-ADFD0CBCF61B}" type="presParOf" srcId="{B228C4F5-F583-4A6B-8B13-65405E2CA3D1}" destId="{C202070A-25DC-4BFA-90F9-D163761CD4D6}" srcOrd="0" destOrd="0" presId="urn:microsoft.com/office/officeart/2018/2/layout/IconLabelList"/>
    <dgm:cxn modelId="{8F2223D6-C24E-48D5-B216-FC7DA566C3E9}" type="presParOf" srcId="{B228C4F5-F583-4A6B-8B13-65405E2CA3D1}" destId="{347E83B4-CA77-494C-A660-4ACAB430887C}" srcOrd="1" destOrd="0" presId="urn:microsoft.com/office/officeart/2018/2/layout/IconLabelList"/>
    <dgm:cxn modelId="{C9899F54-6CFA-48FC-B531-B0F0AA1D2367}" type="presParOf" srcId="{B228C4F5-F583-4A6B-8B13-65405E2CA3D1}" destId="{C36C3F40-FD8D-4BF5-AAB0-4707ABECC6CF}" srcOrd="2" destOrd="0" presId="urn:microsoft.com/office/officeart/2018/2/layout/IconLabelList"/>
    <dgm:cxn modelId="{77B7461F-795F-4294-9A36-52CC744DB508}" type="presParOf" srcId="{82EB9209-A2BF-4C3B-8E62-7338EFC238C8}" destId="{4866D2C9-52E9-4458-A97C-E3CA47E06F29}" srcOrd="1" destOrd="0" presId="urn:microsoft.com/office/officeart/2018/2/layout/IconLabelList"/>
    <dgm:cxn modelId="{7582F4AF-FC5B-467D-AED8-EF7D403075D9}" type="presParOf" srcId="{82EB9209-A2BF-4C3B-8E62-7338EFC238C8}" destId="{D4FA3A85-9175-4B1C-949C-D5EFDA544E71}" srcOrd="2" destOrd="0" presId="urn:microsoft.com/office/officeart/2018/2/layout/IconLabelList"/>
    <dgm:cxn modelId="{D71E9BBC-303E-4838-A8A2-0370D4FCE1DF}" type="presParOf" srcId="{D4FA3A85-9175-4B1C-949C-D5EFDA544E71}" destId="{CA7F4524-7B64-4C9A-994D-22AC743F654F}" srcOrd="0" destOrd="0" presId="urn:microsoft.com/office/officeart/2018/2/layout/IconLabelList"/>
    <dgm:cxn modelId="{A92155C8-B9A0-4EF5-AD88-F13CA324359C}" type="presParOf" srcId="{D4FA3A85-9175-4B1C-949C-D5EFDA544E71}" destId="{10C972E2-6826-4587-A017-B286F18A5588}" srcOrd="1" destOrd="0" presId="urn:microsoft.com/office/officeart/2018/2/layout/IconLabelList"/>
    <dgm:cxn modelId="{FBC5B9A2-1276-4520-9BD2-6EB38E6EDEEE}" type="presParOf" srcId="{D4FA3A85-9175-4B1C-949C-D5EFDA544E71}" destId="{5292F4DD-2AEB-4892-985A-DC673926D07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BFF1FC8-E0F8-49BA-88F3-B7ACA7D40A4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53F6B18-4003-4281-BB92-C6078C5C0A77}">
      <dgm:prSet/>
      <dgm:spPr/>
      <dgm:t>
        <a:bodyPr/>
        <a:lstStyle/>
        <a:p>
          <a:r>
            <a:rPr lang="es-ES"/>
            <a:t>Permiten realizar búsquedas rápidas en grandes volúmenes de texto, siendo esenciales para aplicaciones que requieren búsquedas eficientes en textos largos, como motores de búsqueda o aplicaciones de gestión documental.</a:t>
          </a:r>
          <a:endParaRPr lang="en-US"/>
        </a:p>
      </dgm:t>
    </dgm:pt>
    <dgm:pt modelId="{CCEAD9FB-D299-4176-8ADB-B38D769E6B92}" type="parTrans" cxnId="{45387274-F678-4EFD-884E-8939372C83F8}">
      <dgm:prSet/>
      <dgm:spPr/>
      <dgm:t>
        <a:bodyPr/>
        <a:lstStyle/>
        <a:p>
          <a:endParaRPr lang="en-US"/>
        </a:p>
      </dgm:t>
    </dgm:pt>
    <dgm:pt modelId="{C441E7C0-159C-4D60-8B60-E9235BC31D93}" type="sibTrans" cxnId="{45387274-F678-4EFD-884E-8939372C83F8}">
      <dgm:prSet/>
      <dgm:spPr/>
      <dgm:t>
        <a:bodyPr/>
        <a:lstStyle/>
        <a:p>
          <a:endParaRPr lang="en-US"/>
        </a:p>
      </dgm:t>
    </dgm:pt>
    <dgm:pt modelId="{577DF358-B21B-4EDD-B90E-A97566F94877}">
      <dgm:prSet/>
      <dgm:spPr/>
      <dgm:t>
        <a:bodyPr/>
        <a:lstStyle/>
        <a:p>
          <a:r>
            <a:rPr lang="es-ES" b="1"/>
            <a:t>Ejemplo</a:t>
          </a:r>
          <a:r>
            <a:rPr lang="es-ES"/>
            <a:t>: Un índice de texto completo en una columna de descripción de productos permite búsquedas rápidas de productos por palabras clave.</a:t>
          </a:r>
          <a:endParaRPr lang="en-US"/>
        </a:p>
      </dgm:t>
    </dgm:pt>
    <dgm:pt modelId="{B48915E5-81AA-41D2-BC34-9219175C25CD}" type="parTrans" cxnId="{443F3AAF-C2A1-4388-BA00-17DFD48AE4ED}">
      <dgm:prSet/>
      <dgm:spPr/>
      <dgm:t>
        <a:bodyPr/>
        <a:lstStyle/>
        <a:p>
          <a:endParaRPr lang="en-US"/>
        </a:p>
      </dgm:t>
    </dgm:pt>
    <dgm:pt modelId="{A641729C-5E49-4670-A388-D0B6F91692B5}" type="sibTrans" cxnId="{443F3AAF-C2A1-4388-BA00-17DFD48AE4ED}">
      <dgm:prSet/>
      <dgm:spPr/>
      <dgm:t>
        <a:bodyPr/>
        <a:lstStyle/>
        <a:p>
          <a:endParaRPr lang="en-US"/>
        </a:p>
      </dgm:t>
    </dgm:pt>
    <dgm:pt modelId="{62FD2728-3656-4819-B95F-A7F0D8AF8723}" type="pres">
      <dgm:prSet presAssocID="{0BFF1FC8-E0F8-49BA-88F3-B7ACA7D40A49}" presName="root" presStyleCnt="0">
        <dgm:presLayoutVars>
          <dgm:dir/>
          <dgm:resizeHandles val="exact"/>
        </dgm:presLayoutVars>
      </dgm:prSet>
      <dgm:spPr/>
    </dgm:pt>
    <dgm:pt modelId="{87EEA20F-0C17-49D2-93A6-BB861B645154}" type="pres">
      <dgm:prSet presAssocID="{553F6B18-4003-4281-BB92-C6078C5C0A77}" presName="compNode" presStyleCnt="0"/>
      <dgm:spPr/>
    </dgm:pt>
    <dgm:pt modelId="{C3485611-2CA9-4F61-9F52-28BBE1D02BE4}" type="pres">
      <dgm:prSet presAssocID="{553F6B18-4003-4281-BB92-C6078C5C0A7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35F438A6-AACA-41A4-A3C3-DBC70818D93F}" type="pres">
      <dgm:prSet presAssocID="{553F6B18-4003-4281-BB92-C6078C5C0A77}" presName="spaceRect" presStyleCnt="0"/>
      <dgm:spPr/>
    </dgm:pt>
    <dgm:pt modelId="{18258AC9-D4E5-4779-8BBF-3C86BBE3E663}" type="pres">
      <dgm:prSet presAssocID="{553F6B18-4003-4281-BB92-C6078C5C0A77}" presName="textRect" presStyleLbl="revTx" presStyleIdx="0" presStyleCnt="2">
        <dgm:presLayoutVars>
          <dgm:chMax val="1"/>
          <dgm:chPref val="1"/>
        </dgm:presLayoutVars>
      </dgm:prSet>
      <dgm:spPr/>
    </dgm:pt>
    <dgm:pt modelId="{BC58D016-E7DC-4445-91F8-7FBCB6245E84}" type="pres">
      <dgm:prSet presAssocID="{C441E7C0-159C-4D60-8B60-E9235BC31D93}" presName="sibTrans" presStyleCnt="0"/>
      <dgm:spPr/>
    </dgm:pt>
    <dgm:pt modelId="{F2CECB7F-9306-49AD-A3FE-032DD31945E7}" type="pres">
      <dgm:prSet presAssocID="{577DF358-B21B-4EDD-B90E-A97566F94877}" presName="compNode" presStyleCnt="0"/>
      <dgm:spPr/>
    </dgm:pt>
    <dgm:pt modelId="{319AB500-ACA2-4068-AC0B-F94575B37B67}" type="pres">
      <dgm:prSet presAssocID="{577DF358-B21B-4EDD-B90E-A97566F9487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3748DE66-209F-49DA-838D-7183A5E0740A}" type="pres">
      <dgm:prSet presAssocID="{577DF358-B21B-4EDD-B90E-A97566F94877}" presName="spaceRect" presStyleCnt="0"/>
      <dgm:spPr/>
    </dgm:pt>
    <dgm:pt modelId="{306FB668-E37C-4C36-B29E-416A74C9CD73}" type="pres">
      <dgm:prSet presAssocID="{577DF358-B21B-4EDD-B90E-A97566F9487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C796B1A-DCB8-4954-8912-5D65DBD4A3E6}" type="presOf" srcId="{577DF358-B21B-4EDD-B90E-A97566F94877}" destId="{306FB668-E37C-4C36-B29E-416A74C9CD73}" srcOrd="0" destOrd="0" presId="urn:microsoft.com/office/officeart/2018/2/layout/IconLabelList"/>
    <dgm:cxn modelId="{45387274-F678-4EFD-884E-8939372C83F8}" srcId="{0BFF1FC8-E0F8-49BA-88F3-B7ACA7D40A49}" destId="{553F6B18-4003-4281-BB92-C6078C5C0A77}" srcOrd="0" destOrd="0" parTransId="{CCEAD9FB-D299-4176-8ADB-B38D769E6B92}" sibTransId="{C441E7C0-159C-4D60-8B60-E9235BC31D93}"/>
    <dgm:cxn modelId="{897FC690-7CE7-4649-934D-0B58C23A4F81}" type="presOf" srcId="{0BFF1FC8-E0F8-49BA-88F3-B7ACA7D40A49}" destId="{62FD2728-3656-4819-B95F-A7F0D8AF8723}" srcOrd="0" destOrd="0" presId="urn:microsoft.com/office/officeart/2018/2/layout/IconLabelList"/>
    <dgm:cxn modelId="{443F3AAF-C2A1-4388-BA00-17DFD48AE4ED}" srcId="{0BFF1FC8-E0F8-49BA-88F3-B7ACA7D40A49}" destId="{577DF358-B21B-4EDD-B90E-A97566F94877}" srcOrd="1" destOrd="0" parTransId="{B48915E5-81AA-41D2-BC34-9219175C25CD}" sibTransId="{A641729C-5E49-4670-A388-D0B6F91692B5}"/>
    <dgm:cxn modelId="{86668EFA-9D18-4D37-AEEA-33821622930E}" type="presOf" srcId="{553F6B18-4003-4281-BB92-C6078C5C0A77}" destId="{18258AC9-D4E5-4779-8BBF-3C86BBE3E663}" srcOrd="0" destOrd="0" presId="urn:microsoft.com/office/officeart/2018/2/layout/IconLabelList"/>
    <dgm:cxn modelId="{B5E43DAA-EA63-44A1-95CE-F1044525E99E}" type="presParOf" srcId="{62FD2728-3656-4819-B95F-A7F0D8AF8723}" destId="{87EEA20F-0C17-49D2-93A6-BB861B645154}" srcOrd="0" destOrd="0" presId="urn:microsoft.com/office/officeart/2018/2/layout/IconLabelList"/>
    <dgm:cxn modelId="{56C3BE3C-2B32-4229-BC31-6B65D3E9BC49}" type="presParOf" srcId="{87EEA20F-0C17-49D2-93A6-BB861B645154}" destId="{C3485611-2CA9-4F61-9F52-28BBE1D02BE4}" srcOrd="0" destOrd="0" presId="urn:microsoft.com/office/officeart/2018/2/layout/IconLabelList"/>
    <dgm:cxn modelId="{4BE5A80F-01CA-452C-A2EB-0E4EFDDB7DC6}" type="presParOf" srcId="{87EEA20F-0C17-49D2-93A6-BB861B645154}" destId="{35F438A6-AACA-41A4-A3C3-DBC70818D93F}" srcOrd="1" destOrd="0" presId="urn:microsoft.com/office/officeart/2018/2/layout/IconLabelList"/>
    <dgm:cxn modelId="{61579810-FC9D-451E-BB37-D14F2DA44D83}" type="presParOf" srcId="{87EEA20F-0C17-49D2-93A6-BB861B645154}" destId="{18258AC9-D4E5-4779-8BBF-3C86BBE3E663}" srcOrd="2" destOrd="0" presId="urn:microsoft.com/office/officeart/2018/2/layout/IconLabelList"/>
    <dgm:cxn modelId="{DD0D0910-F72E-4888-B30B-9982A8C5D643}" type="presParOf" srcId="{62FD2728-3656-4819-B95F-A7F0D8AF8723}" destId="{BC58D016-E7DC-4445-91F8-7FBCB6245E84}" srcOrd="1" destOrd="0" presId="urn:microsoft.com/office/officeart/2018/2/layout/IconLabelList"/>
    <dgm:cxn modelId="{3B8B39EE-AD7B-47DC-9CAE-CDFB0A5892DA}" type="presParOf" srcId="{62FD2728-3656-4819-B95F-A7F0D8AF8723}" destId="{F2CECB7F-9306-49AD-A3FE-032DD31945E7}" srcOrd="2" destOrd="0" presId="urn:microsoft.com/office/officeart/2018/2/layout/IconLabelList"/>
    <dgm:cxn modelId="{4B4BC3CD-2FA4-4535-AC78-4E3FAD0D51FC}" type="presParOf" srcId="{F2CECB7F-9306-49AD-A3FE-032DD31945E7}" destId="{319AB500-ACA2-4068-AC0B-F94575B37B67}" srcOrd="0" destOrd="0" presId="urn:microsoft.com/office/officeart/2018/2/layout/IconLabelList"/>
    <dgm:cxn modelId="{2532F7A4-88DC-4F35-A13F-E3D152D5A6DA}" type="presParOf" srcId="{F2CECB7F-9306-49AD-A3FE-032DD31945E7}" destId="{3748DE66-209F-49DA-838D-7183A5E0740A}" srcOrd="1" destOrd="0" presId="urn:microsoft.com/office/officeart/2018/2/layout/IconLabelList"/>
    <dgm:cxn modelId="{295C38B4-7515-4FEE-9706-6D27AB503397}" type="presParOf" srcId="{F2CECB7F-9306-49AD-A3FE-032DD31945E7}" destId="{306FB668-E37C-4C36-B29E-416A74C9CD7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135D77-602E-48AF-AA92-BC65079B3CB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5D4234A7-63A6-4974-B4B0-837A3297E653}">
      <dgm:prSet/>
      <dgm:spPr/>
      <dgm:t>
        <a:bodyPr/>
        <a:lstStyle/>
        <a:p>
          <a:r>
            <a:rPr lang="es-ES"/>
            <a:t>Almacenan el resultado de una consulta en disco, lo que permite acceder rápidamente a datos precalculados. Son útiles cuando los datos subyacentes no cambian con frecuencia y se requiere un acceso rápido.</a:t>
          </a:r>
          <a:endParaRPr lang="en-US"/>
        </a:p>
      </dgm:t>
    </dgm:pt>
    <dgm:pt modelId="{46FC1B66-3918-4541-B2C7-CFAEE4107C32}" type="parTrans" cxnId="{03439204-8E71-464F-903E-BD0F92D0A0A7}">
      <dgm:prSet/>
      <dgm:spPr/>
      <dgm:t>
        <a:bodyPr/>
        <a:lstStyle/>
        <a:p>
          <a:endParaRPr lang="en-US"/>
        </a:p>
      </dgm:t>
    </dgm:pt>
    <dgm:pt modelId="{71C3D36F-5F1B-4C42-A2C3-7A07D0345EA1}" type="sibTrans" cxnId="{03439204-8E71-464F-903E-BD0F92D0A0A7}">
      <dgm:prSet/>
      <dgm:spPr/>
      <dgm:t>
        <a:bodyPr/>
        <a:lstStyle/>
        <a:p>
          <a:endParaRPr lang="en-US"/>
        </a:p>
      </dgm:t>
    </dgm:pt>
    <dgm:pt modelId="{A95D4376-57D0-4F51-900F-17EACAB8BD5C}">
      <dgm:prSet/>
      <dgm:spPr/>
      <dgm:t>
        <a:bodyPr/>
        <a:lstStyle/>
        <a:p>
          <a:r>
            <a:rPr lang="es-ES" b="1"/>
            <a:t>Ejemplo</a:t>
          </a:r>
          <a:r>
            <a:rPr lang="es-ES"/>
            <a:t>: Una vista materializada de ventas mensuales por región permite generar informes rápidos sin recalcular los totales cada vez.</a:t>
          </a:r>
          <a:endParaRPr lang="en-US"/>
        </a:p>
      </dgm:t>
    </dgm:pt>
    <dgm:pt modelId="{F1E23208-2CFD-44C2-9680-D994ABD4DF16}" type="parTrans" cxnId="{F93DF367-8695-4B3F-AF2E-9F3312895BE0}">
      <dgm:prSet/>
      <dgm:spPr/>
      <dgm:t>
        <a:bodyPr/>
        <a:lstStyle/>
        <a:p>
          <a:endParaRPr lang="en-US"/>
        </a:p>
      </dgm:t>
    </dgm:pt>
    <dgm:pt modelId="{C3E3AA94-57C6-40CA-93A1-01DE041FED34}" type="sibTrans" cxnId="{F93DF367-8695-4B3F-AF2E-9F3312895BE0}">
      <dgm:prSet/>
      <dgm:spPr/>
      <dgm:t>
        <a:bodyPr/>
        <a:lstStyle/>
        <a:p>
          <a:endParaRPr lang="en-US"/>
        </a:p>
      </dgm:t>
    </dgm:pt>
    <dgm:pt modelId="{99AF92C8-162C-434A-BFED-57F317D5BA0B}" type="pres">
      <dgm:prSet presAssocID="{72135D77-602E-48AF-AA92-BC65079B3CB5}" presName="root" presStyleCnt="0">
        <dgm:presLayoutVars>
          <dgm:dir/>
          <dgm:resizeHandles val="exact"/>
        </dgm:presLayoutVars>
      </dgm:prSet>
      <dgm:spPr/>
    </dgm:pt>
    <dgm:pt modelId="{B86DD5CD-22EB-4E10-8CEA-84E40DA36C30}" type="pres">
      <dgm:prSet presAssocID="{5D4234A7-63A6-4974-B4B0-837A3297E653}" presName="compNode" presStyleCnt="0"/>
      <dgm:spPr/>
    </dgm:pt>
    <dgm:pt modelId="{734C258E-3F9C-4A4B-9E33-CB1EEEBD06CF}" type="pres">
      <dgm:prSet presAssocID="{5D4234A7-63A6-4974-B4B0-837A3297E65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"/>
        </a:ext>
      </dgm:extLst>
    </dgm:pt>
    <dgm:pt modelId="{BF47EEC3-7735-4F8D-8C51-6A7BA8790243}" type="pres">
      <dgm:prSet presAssocID="{5D4234A7-63A6-4974-B4B0-837A3297E653}" presName="spaceRect" presStyleCnt="0"/>
      <dgm:spPr/>
    </dgm:pt>
    <dgm:pt modelId="{8A4ECC36-6EB5-4BA3-8C79-ED0AD3F5DB05}" type="pres">
      <dgm:prSet presAssocID="{5D4234A7-63A6-4974-B4B0-837A3297E653}" presName="textRect" presStyleLbl="revTx" presStyleIdx="0" presStyleCnt="2">
        <dgm:presLayoutVars>
          <dgm:chMax val="1"/>
          <dgm:chPref val="1"/>
        </dgm:presLayoutVars>
      </dgm:prSet>
      <dgm:spPr/>
    </dgm:pt>
    <dgm:pt modelId="{48D033C4-58E4-410F-AF3A-F9E0711232E6}" type="pres">
      <dgm:prSet presAssocID="{71C3D36F-5F1B-4C42-A2C3-7A07D0345EA1}" presName="sibTrans" presStyleCnt="0"/>
      <dgm:spPr/>
    </dgm:pt>
    <dgm:pt modelId="{471EE5EF-C8C8-485A-9011-B10C792A19BF}" type="pres">
      <dgm:prSet presAssocID="{A95D4376-57D0-4F51-900F-17EACAB8BD5C}" presName="compNode" presStyleCnt="0"/>
      <dgm:spPr/>
    </dgm:pt>
    <dgm:pt modelId="{6B22DE21-B32D-4A9B-A171-25892C5B25F5}" type="pres">
      <dgm:prSet presAssocID="{A95D4376-57D0-4F51-900F-17EACAB8BD5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F5A98DF-1B8C-4DEA-B20B-96E27432E315}" type="pres">
      <dgm:prSet presAssocID="{A95D4376-57D0-4F51-900F-17EACAB8BD5C}" presName="spaceRect" presStyleCnt="0"/>
      <dgm:spPr/>
    </dgm:pt>
    <dgm:pt modelId="{9A273A35-15E1-4AF6-871D-E9A32F807F7A}" type="pres">
      <dgm:prSet presAssocID="{A95D4376-57D0-4F51-900F-17EACAB8BD5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3439204-8E71-464F-903E-BD0F92D0A0A7}" srcId="{72135D77-602E-48AF-AA92-BC65079B3CB5}" destId="{5D4234A7-63A6-4974-B4B0-837A3297E653}" srcOrd="0" destOrd="0" parTransId="{46FC1B66-3918-4541-B2C7-CFAEE4107C32}" sibTransId="{71C3D36F-5F1B-4C42-A2C3-7A07D0345EA1}"/>
    <dgm:cxn modelId="{F93DF367-8695-4B3F-AF2E-9F3312895BE0}" srcId="{72135D77-602E-48AF-AA92-BC65079B3CB5}" destId="{A95D4376-57D0-4F51-900F-17EACAB8BD5C}" srcOrd="1" destOrd="0" parTransId="{F1E23208-2CFD-44C2-9680-D994ABD4DF16}" sibTransId="{C3E3AA94-57C6-40CA-93A1-01DE041FED34}"/>
    <dgm:cxn modelId="{2CFF845A-4EE9-4198-9262-D0401CD94502}" type="presOf" srcId="{A95D4376-57D0-4F51-900F-17EACAB8BD5C}" destId="{9A273A35-15E1-4AF6-871D-E9A32F807F7A}" srcOrd="0" destOrd="0" presId="urn:microsoft.com/office/officeart/2018/2/layout/IconLabelList"/>
    <dgm:cxn modelId="{1D633E86-0E4F-4021-8BC0-33CAB6294EA9}" type="presOf" srcId="{5D4234A7-63A6-4974-B4B0-837A3297E653}" destId="{8A4ECC36-6EB5-4BA3-8C79-ED0AD3F5DB05}" srcOrd="0" destOrd="0" presId="urn:microsoft.com/office/officeart/2018/2/layout/IconLabelList"/>
    <dgm:cxn modelId="{21FE19C6-BDEA-469C-B29A-6CEE3C55E013}" type="presOf" srcId="{72135D77-602E-48AF-AA92-BC65079B3CB5}" destId="{99AF92C8-162C-434A-BFED-57F317D5BA0B}" srcOrd="0" destOrd="0" presId="urn:microsoft.com/office/officeart/2018/2/layout/IconLabelList"/>
    <dgm:cxn modelId="{0C7135A6-DE42-4408-ADF7-C6B70327D4DF}" type="presParOf" srcId="{99AF92C8-162C-434A-BFED-57F317D5BA0B}" destId="{B86DD5CD-22EB-4E10-8CEA-84E40DA36C30}" srcOrd="0" destOrd="0" presId="urn:microsoft.com/office/officeart/2018/2/layout/IconLabelList"/>
    <dgm:cxn modelId="{1A42D1CA-52D6-4805-94C2-96A26FFE0389}" type="presParOf" srcId="{B86DD5CD-22EB-4E10-8CEA-84E40DA36C30}" destId="{734C258E-3F9C-4A4B-9E33-CB1EEEBD06CF}" srcOrd="0" destOrd="0" presId="urn:microsoft.com/office/officeart/2018/2/layout/IconLabelList"/>
    <dgm:cxn modelId="{24A00DE8-FAA6-4291-9A0E-C992A29BAD86}" type="presParOf" srcId="{B86DD5CD-22EB-4E10-8CEA-84E40DA36C30}" destId="{BF47EEC3-7735-4F8D-8C51-6A7BA8790243}" srcOrd="1" destOrd="0" presId="urn:microsoft.com/office/officeart/2018/2/layout/IconLabelList"/>
    <dgm:cxn modelId="{C83D9863-30D1-4DED-BFCB-A6179D400F94}" type="presParOf" srcId="{B86DD5CD-22EB-4E10-8CEA-84E40DA36C30}" destId="{8A4ECC36-6EB5-4BA3-8C79-ED0AD3F5DB05}" srcOrd="2" destOrd="0" presId="urn:microsoft.com/office/officeart/2018/2/layout/IconLabelList"/>
    <dgm:cxn modelId="{32E442FF-C78D-450B-9713-82FA3BB737C8}" type="presParOf" srcId="{99AF92C8-162C-434A-BFED-57F317D5BA0B}" destId="{48D033C4-58E4-410F-AF3A-F9E0711232E6}" srcOrd="1" destOrd="0" presId="urn:microsoft.com/office/officeart/2018/2/layout/IconLabelList"/>
    <dgm:cxn modelId="{9AE57A8E-0274-44F1-B3CF-98A2F402EA29}" type="presParOf" srcId="{99AF92C8-162C-434A-BFED-57F317D5BA0B}" destId="{471EE5EF-C8C8-485A-9011-B10C792A19BF}" srcOrd="2" destOrd="0" presId="urn:microsoft.com/office/officeart/2018/2/layout/IconLabelList"/>
    <dgm:cxn modelId="{51327494-95FA-46E7-9421-98193BE4598A}" type="presParOf" srcId="{471EE5EF-C8C8-485A-9011-B10C792A19BF}" destId="{6B22DE21-B32D-4A9B-A171-25892C5B25F5}" srcOrd="0" destOrd="0" presId="urn:microsoft.com/office/officeart/2018/2/layout/IconLabelList"/>
    <dgm:cxn modelId="{94422ED2-E431-4D5F-8995-4FDBB8CFA48F}" type="presParOf" srcId="{471EE5EF-C8C8-485A-9011-B10C792A19BF}" destId="{CF5A98DF-1B8C-4DEA-B20B-96E27432E315}" srcOrd="1" destOrd="0" presId="urn:microsoft.com/office/officeart/2018/2/layout/IconLabelList"/>
    <dgm:cxn modelId="{F8053BEC-23BE-436C-A3FC-CCEB78A53A62}" type="presParOf" srcId="{471EE5EF-C8C8-485A-9011-B10C792A19BF}" destId="{9A273A35-15E1-4AF6-871D-E9A32F807F7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5B44F4D-0B84-42A1-A371-71E552C87E8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C4D1878-AC60-4CF9-A737-3E4723AFBA90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Las bases de datos suelen tener diferentes tipos de usuarios con distintos niveles de acceso y permisos para asegurar que cada usuario tenga los permisos necesarios para sus tareas específicas.</a:t>
          </a:r>
          <a:endParaRPr lang="en-US"/>
        </a:p>
      </dgm:t>
    </dgm:pt>
    <dgm:pt modelId="{A88DBB11-E255-476E-8E7C-7DB70847FDD7}" type="parTrans" cxnId="{196A7134-9821-4902-AD46-AD5ECFAA96A9}">
      <dgm:prSet/>
      <dgm:spPr/>
      <dgm:t>
        <a:bodyPr/>
        <a:lstStyle/>
        <a:p>
          <a:endParaRPr lang="en-US"/>
        </a:p>
      </dgm:t>
    </dgm:pt>
    <dgm:pt modelId="{1DBF04AB-E440-4B62-9DC2-893D376689D0}" type="sibTrans" cxnId="{196A7134-9821-4902-AD46-AD5ECFAA96A9}">
      <dgm:prSet/>
      <dgm:spPr/>
      <dgm:t>
        <a:bodyPr/>
        <a:lstStyle/>
        <a:p>
          <a:endParaRPr lang="en-US"/>
        </a:p>
      </dgm:t>
    </dgm:pt>
    <dgm:pt modelId="{D478E00D-B79F-4337-A24C-A2542CE51F85}">
      <dgm:prSet/>
      <dgm:spPr/>
      <dgm:t>
        <a:bodyPr/>
        <a:lstStyle/>
        <a:p>
          <a:pPr>
            <a:lnSpc>
              <a:spcPct val="100000"/>
            </a:lnSpc>
          </a:pPr>
          <a:r>
            <a:rPr lang="es-EC" b="1"/>
            <a:t>Administrador</a:t>
          </a:r>
          <a:r>
            <a:rPr lang="es-EC"/>
            <a:t>: </a:t>
          </a:r>
          <a:endParaRPr lang="en-US"/>
        </a:p>
      </dgm:t>
    </dgm:pt>
    <dgm:pt modelId="{219CC14B-715D-4584-8052-0BF4A7174D85}" type="parTrans" cxnId="{335DE545-194E-4157-B4C0-F444D379F5D3}">
      <dgm:prSet/>
      <dgm:spPr/>
      <dgm:t>
        <a:bodyPr/>
        <a:lstStyle/>
        <a:p>
          <a:endParaRPr lang="en-US"/>
        </a:p>
      </dgm:t>
    </dgm:pt>
    <dgm:pt modelId="{3B92DF22-CE39-4CD8-953B-13BCB423B768}" type="sibTrans" cxnId="{335DE545-194E-4157-B4C0-F444D379F5D3}">
      <dgm:prSet/>
      <dgm:spPr/>
      <dgm:t>
        <a:bodyPr/>
        <a:lstStyle/>
        <a:p>
          <a:endParaRPr lang="en-US"/>
        </a:p>
      </dgm:t>
    </dgm:pt>
    <dgm:pt modelId="{0637D22B-B614-4D38-985B-46D97CD03CC7}">
      <dgm:prSet/>
      <dgm:spPr/>
      <dgm:t>
        <a:bodyPr/>
        <a:lstStyle/>
        <a:p>
          <a:pPr>
            <a:lnSpc>
              <a:spcPct val="100000"/>
            </a:lnSpc>
          </a:pPr>
          <a:r>
            <a:rPr lang="es-EC" b="1"/>
            <a:t>Desarrollador</a:t>
          </a:r>
          <a:r>
            <a:rPr lang="es-EC"/>
            <a:t>: </a:t>
          </a:r>
          <a:endParaRPr lang="en-US"/>
        </a:p>
      </dgm:t>
    </dgm:pt>
    <dgm:pt modelId="{A38840BD-187A-4563-AFF0-7392B55C1FCA}" type="parTrans" cxnId="{0AB60671-A55B-4E10-8DDA-D1ADABB2D583}">
      <dgm:prSet/>
      <dgm:spPr/>
      <dgm:t>
        <a:bodyPr/>
        <a:lstStyle/>
        <a:p>
          <a:endParaRPr lang="en-US"/>
        </a:p>
      </dgm:t>
    </dgm:pt>
    <dgm:pt modelId="{49F2C145-32D5-4427-9FDD-F432D58D1150}" type="sibTrans" cxnId="{0AB60671-A55B-4E10-8DDA-D1ADABB2D583}">
      <dgm:prSet/>
      <dgm:spPr/>
      <dgm:t>
        <a:bodyPr/>
        <a:lstStyle/>
        <a:p>
          <a:endParaRPr lang="en-US"/>
        </a:p>
      </dgm:t>
    </dgm:pt>
    <dgm:pt modelId="{3AE65457-B584-47DD-912C-6AF827D3072B}">
      <dgm:prSet/>
      <dgm:spPr/>
      <dgm:t>
        <a:bodyPr/>
        <a:lstStyle/>
        <a:p>
          <a:pPr>
            <a:lnSpc>
              <a:spcPct val="100000"/>
            </a:lnSpc>
          </a:pPr>
          <a:r>
            <a:rPr lang="es-EC" b="1"/>
            <a:t>Usuario final</a:t>
          </a:r>
          <a:r>
            <a:rPr lang="es-EC"/>
            <a:t>:</a:t>
          </a:r>
          <a:endParaRPr lang="en-US"/>
        </a:p>
      </dgm:t>
    </dgm:pt>
    <dgm:pt modelId="{6637CCDC-D5DD-4646-8735-83B2C7074039}" type="parTrans" cxnId="{FF105180-A02F-4C0D-ABB8-7B2FE2CA9E90}">
      <dgm:prSet/>
      <dgm:spPr/>
      <dgm:t>
        <a:bodyPr/>
        <a:lstStyle/>
        <a:p>
          <a:endParaRPr lang="en-US"/>
        </a:p>
      </dgm:t>
    </dgm:pt>
    <dgm:pt modelId="{FA585294-D6F5-4165-97ED-C0B87FCADCE9}" type="sibTrans" cxnId="{FF105180-A02F-4C0D-ABB8-7B2FE2CA9E90}">
      <dgm:prSet/>
      <dgm:spPr/>
      <dgm:t>
        <a:bodyPr/>
        <a:lstStyle/>
        <a:p>
          <a:endParaRPr lang="en-US"/>
        </a:p>
      </dgm:t>
    </dgm:pt>
    <dgm:pt modelId="{73F61314-25ED-4732-A3B9-A95114DCA1F9}" type="pres">
      <dgm:prSet presAssocID="{85B44F4D-0B84-42A1-A371-71E552C87E8D}" presName="root" presStyleCnt="0">
        <dgm:presLayoutVars>
          <dgm:dir/>
          <dgm:resizeHandles val="exact"/>
        </dgm:presLayoutVars>
      </dgm:prSet>
      <dgm:spPr/>
    </dgm:pt>
    <dgm:pt modelId="{EE8B46D9-DB39-48BE-B7D5-0BA5F544DB59}" type="pres">
      <dgm:prSet presAssocID="{1C4D1878-AC60-4CF9-A737-3E4723AFBA90}" presName="compNode" presStyleCnt="0"/>
      <dgm:spPr/>
    </dgm:pt>
    <dgm:pt modelId="{37787A70-75EA-49CD-A2CD-45DE5EF0E477}" type="pres">
      <dgm:prSet presAssocID="{1C4D1878-AC60-4CF9-A737-3E4723AFBA90}" presName="bgRect" presStyleLbl="bgShp" presStyleIdx="0" presStyleCnt="4"/>
      <dgm:spPr/>
    </dgm:pt>
    <dgm:pt modelId="{10F6EE2A-9168-48B5-8AB2-BF6E6A5A63A1}" type="pres">
      <dgm:prSet presAssocID="{1C4D1878-AC60-4CF9-A737-3E4723AFBA9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4F8E306A-D55A-4545-9BD7-5EA22DC341E1}" type="pres">
      <dgm:prSet presAssocID="{1C4D1878-AC60-4CF9-A737-3E4723AFBA90}" presName="spaceRect" presStyleCnt="0"/>
      <dgm:spPr/>
    </dgm:pt>
    <dgm:pt modelId="{A2C1CD0E-5B09-42DC-8141-1FE2D58DDF2A}" type="pres">
      <dgm:prSet presAssocID="{1C4D1878-AC60-4CF9-A737-3E4723AFBA90}" presName="parTx" presStyleLbl="revTx" presStyleIdx="0" presStyleCnt="4">
        <dgm:presLayoutVars>
          <dgm:chMax val="0"/>
          <dgm:chPref val="0"/>
        </dgm:presLayoutVars>
      </dgm:prSet>
      <dgm:spPr/>
    </dgm:pt>
    <dgm:pt modelId="{9385859C-0993-4D8A-8E79-B8B4E4D89B07}" type="pres">
      <dgm:prSet presAssocID="{1DBF04AB-E440-4B62-9DC2-893D376689D0}" presName="sibTrans" presStyleCnt="0"/>
      <dgm:spPr/>
    </dgm:pt>
    <dgm:pt modelId="{7156BAF9-9EA3-4B24-A331-3BA83FC27BDC}" type="pres">
      <dgm:prSet presAssocID="{D478E00D-B79F-4337-A24C-A2542CE51F85}" presName="compNode" presStyleCnt="0"/>
      <dgm:spPr/>
    </dgm:pt>
    <dgm:pt modelId="{2319BAEE-B1C1-4540-8F2F-EF2A89F49884}" type="pres">
      <dgm:prSet presAssocID="{D478E00D-B79F-4337-A24C-A2542CE51F85}" presName="bgRect" presStyleLbl="bgShp" presStyleIdx="1" presStyleCnt="4"/>
      <dgm:spPr/>
    </dgm:pt>
    <dgm:pt modelId="{322EC172-DF92-42EC-B6CB-851A01B218B0}" type="pres">
      <dgm:prSet presAssocID="{D478E00D-B79F-4337-A24C-A2542CE51F8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84A08C65-AA7F-47F2-96E4-16CE25CE22A3}" type="pres">
      <dgm:prSet presAssocID="{D478E00D-B79F-4337-A24C-A2542CE51F85}" presName="spaceRect" presStyleCnt="0"/>
      <dgm:spPr/>
    </dgm:pt>
    <dgm:pt modelId="{8BE6677F-5473-40DC-B642-CE65CE561448}" type="pres">
      <dgm:prSet presAssocID="{D478E00D-B79F-4337-A24C-A2542CE51F85}" presName="parTx" presStyleLbl="revTx" presStyleIdx="1" presStyleCnt="4">
        <dgm:presLayoutVars>
          <dgm:chMax val="0"/>
          <dgm:chPref val="0"/>
        </dgm:presLayoutVars>
      </dgm:prSet>
      <dgm:spPr/>
    </dgm:pt>
    <dgm:pt modelId="{66EE38B9-885F-47E6-A2A2-CEDF01DDDACE}" type="pres">
      <dgm:prSet presAssocID="{3B92DF22-CE39-4CD8-953B-13BCB423B768}" presName="sibTrans" presStyleCnt="0"/>
      <dgm:spPr/>
    </dgm:pt>
    <dgm:pt modelId="{B0049FF6-BC40-4764-9AFC-733B59FE3CC2}" type="pres">
      <dgm:prSet presAssocID="{0637D22B-B614-4D38-985B-46D97CD03CC7}" presName="compNode" presStyleCnt="0"/>
      <dgm:spPr/>
    </dgm:pt>
    <dgm:pt modelId="{06BEBBA6-196A-4CBA-ADED-522FCE4E1196}" type="pres">
      <dgm:prSet presAssocID="{0637D22B-B614-4D38-985B-46D97CD03CC7}" presName="bgRect" presStyleLbl="bgShp" presStyleIdx="2" presStyleCnt="4"/>
      <dgm:spPr/>
    </dgm:pt>
    <dgm:pt modelId="{0B32C41F-BDEA-4773-9399-AD9CA6612227}" type="pres">
      <dgm:prSet presAssocID="{0637D22B-B614-4D38-985B-46D97CD03CC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EB14817C-C2A6-4164-AAB9-C6813B757861}" type="pres">
      <dgm:prSet presAssocID="{0637D22B-B614-4D38-985B-46D97CD03CC7}" presName="spaceRect" presStyleCnt="0"/>
      <dgm:spPr/>
    </dgm:pt>
    <dgm:pt modelId="{7AC59BB9-720A-4CA7-8946-3B7EE81BAFCD}" type="pres">
      <dgm:prSet presAssocID="{0637D22B-B614-4D38-985B-46D97CD03CC7}" presName="parTx" presStyleLbl="revTx" presStyleIdx="2" presStyleCnt="4">
        <dgm:presLayoutVars>
          <dgm:chMax val="0"/>
          <dgm:chPref val="0"/>
        </dgm:presLayoutVars>
      </dgm:prSet>
      <dgm:spPr/>
    </dgm:pt>
    <dgm:pt modelId="{AA0A5777-6E6C-413C-A980-953A6B1CD3C0}" type="pres">
      <dgm:prSet presAssocID="{49F2C145-32D5-4427-9FDD-F432D58D1150}" presName="sibTrans" presStyleCnt="0"/>
      <dgm:spPr/>
    </dgm:pt>
    <dgm:pt modelId="{B3BC13D2-1EB5-4A2F-8C5B-1F3FF9BD4AB7}" type="pres">
      <dgm:prSet presAssocID="{3AE65457-B584-47DD-912C-6AF827D3072B}" presName="compNode" presStyleCnt="0"/>
      <dgm:spPr/>
    </dgm:pt>
    <dgm:pt modelId="{20184EF3-48E1-4B43-B38E-B770D3ACB9E8}" type="pres">
      <dgm:prSet presAssocID="{3AE65457-B584-47DD-912C-6AF827D3072B}" presName="bgRect" presStyleLbl="bgShp" presStyleIdx="3" presStyleCnt="4"/>
      <dgm:spPr/>
    </dgm:pt>
    <dgm:pt modelId="{0D831EA1-2736-408A-AAEA-C23B4EAE402E}" type="pres">
      <dgm:prSet presAssocID="{3AE65457-B584-47DD-912C-6AF827D3072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feo"/>
        </a:ext>
      </dgm:extLst>
    </dgm:pt>
    <dgm:pt modelId="{F137ED89-E39F-4370-9C6C-BC06D1093619}" type="pres">
      <dgm:prSet presAssocID="{3AE65457-B584-47DD-912C-6AF827D3072B}" presName="spaceRect" presStyleCnt="0"/>
      <dgm:spPr/>
    </dgm:pt>
    <dgm:pt modelId="{1F17FBCB-A0B3-4876-8AEE-BC8A21883605}" type="pres">
      <dgm:prSet presAssocID="{3AE65457-B584-47DD-912C-6AF827D3072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0E99015-6A7B-4A0C-901D-369F10004C0F}" type="presOf" srcId="{85B44F4D-0B84-42A1-A371-71E552C87E8D}" destId="{73F61314-25ED-4732-A3B9-A95114DCA1F9}" srcOrd="0" destOrd="0" presId="urn:microsoft.com/office/officeart/2018/2/layout/IconVerticalSolidList"/>
    <dgm:cxn modelId="{196A7134-9821-4902-AD46-AD5ECFAA96A9}" srcId="{85B44F4D-0B84-42A1-A371-71E552C87E8D}" destId="{1C4D1878-AC60-4CF9-A737-3E4723AFBA90}" srcOrd="0" destOrd="0" parTransId="{A88DBB11-E255-476E-8E7C-7DB70847FDD7}" sibTransId="{1DBF04AB-E440-4B62-9DC2-893D376689D0}"/>
    <dgm:cxn modelId="{E1F58534-EAFE-4976-AF55-0425D3A1500D}" type="presOf" srcId="{1C4D1878-AC60-4CF9-A737-3E4723AFBA90}" destId="{A2C1CD0E-5B09-42DC-8141-1FE2D58DDF2A}" srcOrd="0" destOrd="0" presId="urn:microsoft.com/office/officeart/2018/2/layout/IconVerticalSolidList"/>
    <dgm:cxn modelId="{B11CBF5C-F615-4556-9E59-E15E829FA6B4}" type="presOf" srcId="{D478E00D-B79F-4337-A24C-A2542CE51F85}" destId="{8BE6677F-5473-40DC-B642-CE65CE561448}" srcOrd="0" destOrd="0" presId="urn:microsoft.com/office/officeart/2018/2/layout/IconVerticalSolidList"/>
    <dgm:cxn modelId="{335DE545-194E-4157-B4C0-F444D379F5D3}" srcId="{85B44F4D-0B84-42A1-A371-71E552C87E8D}" destId="{D478E00D-B79F-4337-A24C-A2542CE51F85}" srcOrd="1" destOrd="0" parTransId="{219CC14B-715D-4584-8052-0BF4A7174D85}" sibTransId="{3B92DF22-CE39-4CD8-953B-13BCB423B768}"/>
    <dgm:cxn modelId="{0AB60671-A55B-4E10-8DDA-D1ADABB2D583}" srcId="{85B44F4D-0B84-42A1-A371-71E552C87E8D}" destId="{0637D22B-B614-4D38-985B-46D97CD03CC7}" srcOrd="2" destOrd="0" parTransId="{A38840BD-187A-4563-AFF0-7392B55C1FCA}" sibTransId="{49F2C145-32D5-4427-9FDD-F432D58D1150}"/>
    <dgm:cxn modelId="{FF105180-A02F-4C0D-ABB8-7B2FE2CA9E90}" srcId="{85B44F4D-0B84-42A1-A371-71E552C87E8D}" destId="{3AE65457-B584-47DD-912C-6AF827D3072B}" srcOrd="3" destOrd="0" parTransId="{6637CCDC-D5DD-4646-8735-83B2C7074039}" sibTransId="{FA585294-D6F5-4165-97ED-C0B87FCADCE9}"/>
    <dgm:cxn modelId="{AA5BB3D2-90E7-4BAF-ABDF-FBED1C3428B3}" type="presOf" srcId="{3AE65457-B584-47DD-912C-6AF827D3072B}" destId="{1F17FBCB-A0B3-4876-8AEE-BC8A21883605}" srcOrd="0" destOrd="0" presId="urn:microsoft.com/office/officeart/2018/2/layout/IconVerticalSolidList"/>
    <dgm:cxn modelId="{4754CFF5-8FBD-4CE5-BE99-DAFEEB55A870}" type="presOf" srcId="{0637D22B-B614-4D38-985B-46D97CD03CC7}" destId="{7AC59BB9-720A-4CA7-8946-3B7EE81BAFCD}" srcOrd="0" destOrd="0" presId="urn:microsoft.com/office/officeart/2018/2/layout/IconVerticalSolidList"/>
    <dgm:cxn modelId="{CD21163A-6473-4597-BDC2-1124114942F2}" type="presParOf" srcId="{73F61314-25ED-4732-A3B9-A95114DCA1F9}" destId="{EE8B46D9-DB39-48BE-B7D5-0BA5F544DB59}" srcOrd="0" destOrd="0" presId="urn:microsoft.com/office/officeart/2018/2/layout/IconVerticalSolidList"/>
    <dgm:cxn modelId="{86397FDD-2156-4D0D-BDDB-4BEB94070ABC}" type="presParOf" srcId="{EE8B46D9-DB39-48BE-B7D5-0BA5F544DB59}" destId="{37787A70-75EA-49CD-A2CD-45DE5EF0E477}" srcOrd="0" destOrd="0" presId="urn:microsoft.com/office/officeart/2018/2/layout/IconVerticalSolidList"/>
    <dgm:cxn modelId="{19DB177F-26FE-4CA5-96B8-C8D2D71CE860}" type="presParOf" srcId="{EE8B46D9-DB39-48BE-B7D5-0BA5F544DB59}" destId="{10F6EE2A-9168-48B5-8AB2-BF6E6A5A63A1}" srcOrd="1" destOrd="0" presId="urn:microsoft.com/office/officeart/2018/2/layout/IconVerticalSolidList"/>
    <dgm:cxn modelId="{148311DC-C9A4-499F-AA31-6672A6A31165}" type="presParOf" srcId="{EE8B46D9-DB39-48BE-B7D5-0BA5F544DB59}" destId="{4F8E306A-D55A-4545-9BD7-5EA22DC341E1}" srcOrd="2" destOrd="0" presId="urn:microsoft.com/office/officeart/2018/2/layout/IconVerticalSolidList"/>
    <dgm:cxn modelId="{F9AF50EA-0989-47A9-BD3B-71478EC623D0}" type="presParOf" srcId="{EE8B46D9-DB39-48BE-B7D5-0BA5F544DB59}" destId="{A2C1CD0E-5B09-42DC-8141-1FE2D58DDF2A}" srcOrd="3" destOrd="0" presId="urn:microsoft.com/office/officeart/2018/2/layout/IconVerticalSolidList"/>
    <dgm:cxn modelId="{1A829C92-4E7C-413C-B26D-83D834DFCA56}" type="presParOf" srcId="{73F61314-25ED-4732-A3B9-A95114DCA1F9}" destId="{9385859C-0993-4D8A-8E79-B8B4E4D89B07}" srcOrd="1" destOrd="0" presId="urn:microsoft.com/office/officeart/2018/2/layout/IconVerticalSolidList"/>
    <dgm:cxn modelId="{0F2D2524-4E2F-456D-B86E-DD84F4579EBD}" type="presParOf" srcId="{73F61314-25ED-4732-A3B9-A95114DCA1F9}" destId="{7156BAF9-9EA3-4B24-A331-3BA83FC27BDC}" srcOrd="2" destOrd="0" presId="urn:microsoft.com/office/officeart/2018/2/layout/IconVerticalSolidList"/>
    <dgm:cxn modelId="{8BAADE7E-A13B-4FDF-A084-9AF911CC8EE7}" type="presParOf" srcId="{7156BAF9-9EA3-4B24-A331-3BA83FC27BDC}" destId="{2319BAEE-B1C1-4540-8F2F-EF2A89F49884}" srcOrd="0" destOrd="0" presId="urn:microsoft.com/office/officeart/2018/2/layout/IconVerticalSolidList"/>
    <dgm:cxn modelId="{172ADF87-383A-4D73-B0D5-9BF279B05542}" type="presParOf" srcId="{7156BAF9-9EA3-4B24-A331-3BA83FC27BDC}" destId="{322EC172-DF92-42EC-B6CB-851A01B218B0}" srcOrd="1" destOrd="0" presId="urn:microsoft.com/office/officeart/2018/2/layout/IconVerticalSolidList"/>
    <dgm:cxn modelId="{5EC9FA89-0E32-485B-B3DB-5BC8764302B8}" type="presParOf" srcId="{7156BAF9-9EA3-4B24-A331-3BA83FC27BDC}" destId="{84A08C65-AA7F-47F2-96E4-16CE25CE22A3}" srcOrd="2" destOrd="0" presId="urn:microsoft.com/office/officeart/2018/2/layout/IconVerticalSolidList"/>
    <dgm:cxn modelId="{E8F4AB19-BD17-4BB3-95DD-CB567EAEB568}" type="presParOf" srcId="{7156BAF9-9EA3-4B24-A331-3BA83FC27BDC}" destId="{8BE6677F-5473-40DC-B642-CE65CE561448}" srcOrd="3" destOrd="0" presId="urn:microsoft.com/office/officeart/2018/2/layout/IconVerticalSolidList"/>
    <dgm:cxn modelId="{109BA752-0AB1-4A6F-BF66-874FC0DAD043}" type="presParOf" srcId="{73F61314-25ED-4732-A3B9-A95114DCA1F9}" destId="{66EE38B9-885F-47E6-A2A2-CEDF01DDDACE}" srcOrd="3" destOrd="0" presId="urn:microsoft.com/office/officeart/2018/2/layout/IconVerticalSolidList"/>
    <dgm:cxn modelId="{773403F0-FAE1-4F62-85B3-2401399A7E44}" type="presParOf" srcId="{73F61314-25ED-4732-A3B9-A95114DCA1F9}" destId="{B0049FF6-BC40-4764-9AFC-733B59FE3CC2}" srcOrd="4" destOrd="0" presId="urn:microsoft.com/office/officeart/2018/2/layout/IconVerticalSolidList"/>
    <dgm:cxn modelId="{D72FF3F6-448C-4069-B139-942D46E4E580}" type="presParOf" srcId="{B0049FF6-BC40-4764-9AFC-733B59FE3CC2}" destId="{06BEBBA6-196A-4CBA-ADED-522FCE4E1196}" srcOrd="0" destOrd="0" presId="urn:microsoft.com/office/officeart/2018/2/layout/IconVerticalSolidList"/>
    <dgm:cxn modelId="{71AB591E-8AA8-4EED-AB3F-B06759493795}" type="presParOf" srcId="{B0049FF6-BC40-4764-9AFC-733B59FE3CC2}" destId="{0B32C41F-BDEA-4773-9399-AD9CA6612227}" srcOrd="1" destOrd="0" presId="urn:microsoft.com/office/officeart/2018/2/layout/IconVerticalSolidList"/>
    <dgm:cxn modelId="{F0CA7486-14C6-42E4-962A-72DBACDE5449}" type="presParOf" srcId="{B0049FF6-BC40-4764-9AFC-733B59FE3CC2}" destId="{EB14817C-C2A6-4164-AAB9-C6813B757861}" srcOrd="2" destOrd="0" presId="urn:microsoft.com/office/officeart/2018/2/layout/IconVerticalSolidList"/>
    <dgm:cxn modelId="{52426075-48DD-4B74-B06A-9100FF4F0E36}" type="presParOf" srcId="{B0049FF6-BC40-4764-9AFC-733B59FE3CC2}" destId="{7AC59BB9-720A-4CA7-8946-3B7EE81BAFCD}" srcOrd="3" destOrd="0" presId="urn:microsoft.com/office/officeart/2018/2/layout/IconVerticalSolidList"/>
    <dgm:cxn modelId="{19B97676-45AD-490C-BEF1-B82CB09C3609}" type="presParOf" srcId="{73F61314-25ED-4732-A3B9-A95114DCA1F9}" destId="{AA0A5777-6E6C-413C-A980-953A6B1CD3C0}" srcOrd="5" destOrd="0" presId="urn:microsoft.com/office/officeart/2018/2/layout/IconVerticalSolidList"/>
    <dgm:cxn modelId="{EEA435F8-96C7-4525-AFAB-4BFA99927530}" type="presParOf" srcId="{73F61314-25ED-4732-A3B9-A95114DCA1F9}" destId="{B3BC13D2-1EB5-4A2F-8C5B-1F3FF9BD4AB7}" srcOrd="6" destOrd="0" presId="urn:microsoft.com/office/officeart/2018/2/layout/IconVerticalSolidList"/>
    <dgm:cxn modelId="{CFFD6ADC-84AC-4360-96B5-AAF714010A3F}" type="presParOf" srcId="{B3BC13D2-1EB5-4A2F-8C5B-1F3FF9BD4AB7}" destId="{20184EF3-48E1-4B43-B38E-B770D3ACB9E8}" srcOrd="0" destOrd="0" presId="urn:microsoft.com/office/officeart/2018/2/layout/IconVerticalSolidList"/>
    <dgm:cxn modelId="{8096434A-76ED-4392-9B3C-3C4113C7A1C0}" type="presParOf" srcId="{B3BC13D2-1EB5-4A2F-8C5B-1F3FF9BD4AB7}" destId="{0D831EA1-2736-408A-AAEA-C23B4EAE402E}" srcOrd="1" destOrd="0" presId="urn:microsoft.com/office/officeart/2018/2/layout/IconVerticalSolidList"/>
    <dgm:cxn modelId="{7BA35B4B-6864-4E74-92C1-EDCAC776B8E8}" type="presParOf" srcId="{B3BC13D2-1EB5-4A2F-8C5B-1F3FF9BD4AB7}" destId="{F137ED89-E39F-4370-9C6C-BC06D1093619}" srcOrd="2" destOrd="0" presId="urn:microsoft.com/office/officeart/2018/2/layout/IconVerticalSolidList"/>
    <dgm:cxn modelId="{DE61B6F2-A0D7-43D9-A63B-0034D44FAD90}" type="presParOf" srcId="{B3BC13D2-1EB5-4A2F-8C5B-1F3FF9BD4AB7}" destId="{1F17FBCB-A0B3-4876-8AEE-BC8A2188360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AF65D5A-F2E5-4479-A074-38EB11B31D2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EF5D1EE-53A4-43B4-B6C1-4518A46C8DDD}">
      <dgm:prSet/>
      <dgm:spPr/>
      <dgm:t>
        <a:bodyPr/>
        <a:lstStyle/>
        <a:p>
          <a:r>
            <a:rPr lang="es-ES"/>
            <a:t>Tiene permisos completos, incluyendo la creación y eliminación de bases de datos, tablas, usuarios y la configuración de permisos. Es responsable de la administración general y el mantenimiento del sistema.</a:t>
          </a:r>
          <a:endParaRPr lang="en-US"/>
        </a:p>
      </dgm:t>
    </dgm:pt>
    <dgm:pt modelId="{3AE0EAF4-FA08-47E7-9D0D-15EAB38DA0FF}" type="parTrans" cxnId="{1FA432A5-AB73-4C1C-BD0B-65DF50C032DD}">
      <dgm:prSet/>
      <dgm:spPr/>
      <dgm:t>
        <a:bodyPr/>
        <a:lstStyle/>
        <a:p>
          <a:endParaRPr lang="en-US"/>
        </a:p>
      </dgm:t>
    </dgm:pt>
    <dgm:pt modelId="{B9CCB899-D9AC-48F0-A860-513DBD84A1A5}" type="sibTrans" cxnId="{1FA432A5-AB73-4C1C-BD0B-65DF50C032DD}">
      <dgm:prSet/>
      <dgm:spPr/>
      <dgm:t>
        <a:bodyPr/>
        <a:lstStyle/>
        <a:p>
          <a:endParaRPr lang="en-US"/>
        </a:p>
      </dgm:t>
    </dgm:pt>
    <dgm:pt modelId="{CE86F9C5-C628-480D-9BF6-EC61C56ABEC3}">
      <dgm:prSet/>
      <dgm:spPr/>
      <dgm:t>
        <a:bodyPr/>
        <a:lstStyle/>
        <a:p>
          <a:r>
            <a:rPr lang="es-ES" b="1"/>
            <a:t>Ejemplo</a:t>
          </a:r>
          <a:r>
            <a:rPr lang="es-ES"/>
            <a:t>: Un DBA (Administrador de Bases de Datos) puede necesitar crear nuevas tablas para almacenar datos adicionales o ajustar permisos de usuario.</a:t>
          </a:r>
          <a:endParaRPr lang="en-US"/>
        </a:p>
      </dgm:t>
    </dgm:pt>
    <dgm:pt modelId="{801164C8-6EA3-4D01-9194-FF3446F6BDFE}" type="parTrans" cxnId="{30E67D6F-C8A5-4BAE-A651-298DEADC5591}">
      <dgm:prSet/>
      <dgm:spPr/>
      <dgm:t>
        <a:bodyPr/>
        <a:lstStyle/>
        <a:p>
          <a:endParaRPr lang="en-US"/>
        </a:p>
      </dgm:t>
    </dgm:pt>
    <dgm:pt modelId="{351DF063-DD8B-4E3B-B3AF-05B348B4D44A}" type="sibTrans" cxnId="{30E67D6F-C8A5-4BAE-A651-298DEADC5591}">
      <dgm:prSet/>
      <dgm:spPr/>
      <dgm:t>
        <a:bodyPr/>
        <a:lstStyle/>
        <a:p>
          <a:endParaRPr lang="en-US"/>
        </a:p>
      </dgm:t>
    </dgm:pt>
    <dgm:pt modelId="{F804573D-3003-4C60-A5EE-D6D3ED955B79}" type="pres">
      <dgm:prSet presAssocID="{0AF65D5A-F2E5-4479-A074-38EB11B31D2C}" presName="root" presStyleCnt="0">
        <dgm:presLayoutVars>
          <dgm:dir/>
          <dgm:resizeHandles val="exact"/>
        </dgm:presLayoutVars>
      </dgm:prSet>
      <dgm:spPr/>
    </dgm:pt>
    <dgm:pt modelId="{D831609E-1171-4033-83C8-68BC32D18A8A}" type="pres">
      <dgm:prSet presAssocID="{EEF5D1EE-53A4-43B4-B6C1-4518A46C8DDD}" presName="compNode" presStyleCnt="0"/>
      <dgm:spPr/>
    </dgm:pt>
    <dgm:pt modelId="{C0ABE379-C513-4B93-A7FC-8F5F895766CB}" type="pres">
      <dgm:prSet presAssocID="{EEF5D1EE-53A4-43B4-B6C1-4518A46C8DD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ED46FE8B-13DF-4BAE-A7FE-7ED027A6A54D}" type="pres">
      <dgm:prSet presAssocID="{EEF5D1EE-53A4-43B4-B6C1-4518A46C8DDD}" presName="spaceRect" presStyleCnt="0"/>
      <dgm:spPr/>
    </dgm:pt>
    <dgm:pt modelId="{2B1D2356-1C6F-4D4E-8271-F845295E18E7}" type="pres">
      <dgm:prSet presAssocID="{EEF5D1EE-53A4-43B4-B6C1-4518A46C8DDD}" presName="textRect" presStyleLbl="revTx" presStyleIdx="0" presStyleCnt="2">
        <dgm:presLayoutVars>
          <dgm:chMax val="1"/>
          <dgm:chPref val="1"/>
        </dgm:presLayoutVars>
      </dgm:prSet>
      <dgm:spPr/>
    </dgm:pt>
    <dgm:pt modelId="{64C39067-55F9-439D-AE90-42F811F252AD}" type="pres">
      <dgm:prSet presAssocID="{B9CCB899-D9AC-48F0-A860-513DBD84A1A5}" presName="sibTrans" presStyleCnt="0"/>
      <dgm:spPr/>
    </dgm:pt>
    <dgm:pt modelId="{D2249859-81BF-4868-82E1-4D5AB401935A}" type="pres">
      <dgm:prSet presAssocID="{CE86F9C5-C628-480D-9BF6-EC61C56ABEC3}" presName="compNode" presStyleCnt="0"/>
      <dgm:spPr/>
    </dgm:pt>
    <dgm:pt modelId="{F4ECF417-5709-4206-B13A-BF0BA67C2E3E}" type="pres">
      <dgm:prSet presAssocID="{CE86F9C5-C628-480D-9BF6-EC61C56ABEC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65AB9714-0BAC-4297-ACC0-FC2CC483788F}" type="pres">
      <dgm:prSet presAssocID="{CE86F9C5-C628-480D-9BF6-EC61C56ABEC3}" presName="spaceRect" presStyleCnt="0"/>
      <dgm:spPr/>
    </dgm:pt>
    <dgm:pt modelId="{3F7221EC-7D74-4185-93ED-ABF3D1FDDD88}" type="pres">
      <dgm:prSet presAssocID="{CE86F9C5-C628-480D-9BF6-EC61C56ABEC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587C12D-052A-49EF-8A8D-06F01009C377}" type="presOf" srcId="{CE86F9C5-C628-480D-9BF6-EC61C56ABEC3}" destId="{3F7221EC-7D74-4185-93ED-ABF3D1FDDD88}" srcOrd="0" destOrd="0" presId="urn:microsoft.com/office/officeart/2018/2/layout/IconLabelList"/>
    <dgm:cxn modelId="{94FA7A35-A1B5-4C79-B882-149679BBE175}" type="presOf" srcId="{0AF65D5A-F2E5-4479-A074-38EB11B31D2C}" destId="{F804573D-3003-4C60-A5EE-D6D3ED955B79}" srcOrd="0" destOrd="0" presId="urn:microsoft.com/office/officeart/2018/2/layout/IconLabelList"/>
    <dgm:cxn modelId="{30E67D6F-C8A5-4BAE-A651-298DEADC5591}" srcId="{0AF65D5A-F2E5-4479-A074-38EB11B31D2C}" destId="{CE86F9C5-C628-480D-9BF6-EC61C56ABEC3}" srcOrd="1" destOrd="0" parTransId="{801164C8-6EA3-4D01-9194-FF3446F6BDFE}" sibTransId="{351DF063-DD8B-4E3B-B3AF-05B348B4D44A}"/>
    <dgm:cxn modelId="{1FA432A5-AB73-4C1C-BD0B-65DF50C032DD}" srcId="{0AF65D5A-F2E5-4479-A074-38EB11B31D2C}" destId="{EEF5D1EE-53A4-43B4-B6C1-4518A46C8DDD}" srcOrd="0" destOrd="0" parTransId="{3AE0EAF4-FA08-47E7-9D0D-15EAB38DA0FF}" sibTransId="{B9CCB899-D9AC-48F0-A860-513DBD84A1A5}"/>
    <dgm:cxn modelId="{F7C7F7D4-C63C-4793-BF9A-48F8AE090B52}" type="presOf" srcId="{EEF5D1EE-53A4-43B4-B6C1-4518A46C8DDD}" destId="{2B1D2356-1C6F-4D4E-8271-F845295E18E7}" srcOrd="0" destOrd="0" presId="urn:microsoft.com/office/officeart/2018/2/layout/IconLabelList"/>
    <dgm:cxn modelId="{5C69FBF2-AF0F-4F2B-B2D9-115DFAF5E84B}" type="presParOf" srcId="{F804573D-3003-4C60-A5EE-D6D3ED955B79}" destId="{D831609E-1171-4033-83C8-68BC32D18A8A}" srcOrd="0" destOrd="0" presId="urn:microsoft.com/office/officeart/2018/2/layout/IconLabelList"/>
    <dgm:cxn modelId="{527583CC-AA0E-4062-8FEC-8D2E5C300699}" type="presParOf" srcId="{D831609E-1171-4033-83C8-68BC32D18A8A}" destId="{C0ABE379-C513-4B93-A7FC-8F5F895766CB}" srcOrd="0" destOrd="0" presId="urn:microsoft.com/office/officeart/2018/2/layout/IconLabelList"/>
    <dgm:cxn modelId="{E4C3C9A5-5348-46B8-A21D-9086CD1EFC61}" type="presParOf" srcId="{D831609E-1171-4033-83C8-68BC32D18A8A}" destId="{ED46FE8B-13DF-4BAE-A7FE-7ED027A6A54D}" srcOrd="1" destOrd="0" presId="urn:microsoft.com/office/officeart/2018/2/layout/IconLabelList"/>
    <dgm:cxn modelId="{B48CF39C-8EB7-4480-BBAF-F48FFEE79CF4}" type="presParOf" srcId="{D831609E-1171-4033-83C8-68BC32D18A8A}" destId="{2B1D2356-1C6F-4D4E-8271-F845295E18E7}" srcOrd="2" destOrd="0" presId="urn:microsoft.com/office/officeart/2018/2/layout/IconLabelList"/>
    <dgm:cxn modelId="{43684FE5-9DB7-48D0-A3F2-8A0311E060C3}" type="presParOf" srcId="{F804573D-3003-4C60-A5EE-D6D3ED955B79}" destId="{64C39067-55F9-439D-AE90-42F811F252AD}" srcOrd="1" destOrd="0" presId="urn:microsoft.com/office/officeart/2018/2/layout/IconLabelList"/>
    <dgm:cxn modelId="{B60509FC-1DC4-4793-B5FA-0305750D45D7}" type="presParOf" srcId="{F804573D-3003-4C60-A5EE-D6D3ED955B79}" destId="{D2249859-81BF-4868-82E1-4D5AB401935A}" srcOrd="2" destOrd="0" presId="urn:microsoft.com/office/officeart/2018/2/layout/IconLabelList"/>
    <dgm:cxn modelId="{FD84F8E1-5582-4ED1-BF82-2CC30E331D15}" type="presParOf" srcId="{D2249859-81BF-4868-82E1-4D5AB401935A}" destId="{F4ECF417-5709-4206-B13A-BF0BA67C2E3E}" srcOrd="0" destOrd="0" presId="urn:microsoft.com/office/officeart/2018/2/layout/IconLabelList"/>
    <dgm:cxn modelId="{AD8CD5F2-795F-43A3-A2B3-591E09A6A222}" type="presParOf" srcId="{D2249859-81BF-4868-82E1-4D5AB401935A}" destId="{65AB9714-0BAC-4297-ACC0-FC2CC483788F}" srcOrd="1" destOrd="0" presId="urn:microsoft.com/office/officeart/2018/2/layout/IconLabelList"/>
    <dgm:cxn modelId="{8F39B00D-EB1D-4F5B-BBEB-DF78F03A2DD8}" type="presParOf" srcId="{D2249859-81BF-4868-82E1-4D5AB401935A}" destId="{3F7221EC-7D74-4185-93ED-ABF3D1FDDD8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D206132-FAE0-4F84-BBEC-E49940BE019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8147AB3-5107-4E30-BA79-C437ADA3E631}">
      <dgm:prSet/>
      <dgm:spPr/>
      <dgm:t>
        <a:bodyPr/>
        <a:lstStyle/>
        <a:p>
          <a:pPr>
            <a:defRPr cap="all"/>
          </a:pPr>
          <a:r>
            <a:rPr lang="es-ES" dirty="0"/>
            <a:t>Puede crear y modificar objetos de la base de datos, como tablas, vistas e índices, pero no tiene los permisos de administración total que tiene un administrador.</a:t>
          </a:r>
          <a:endParaRPr lang="en-US" dirty="0"/>
        </a:p>
      </dgm:t>
    </dgm:pt>
    <dgm:pt modelId="{B20710F1-D78E-498C-99DB-C9F91026A7FA}" type="parTrans" cxnId="{514A2856-F939-4961-A47E-FA99E28F3874}">
      <dgm:prSet/>
      <dgm:spPr/>
      <dgm:t>
        <a:bodyPr/>
        <a:lstStyle/>
        <a:p>
          <a:endParaRPr lang="en-US"/>
        </a:p>
      </dgm:t>
    </dgm:pt>
    <dgm:pt modelId="{669B20D6-1621-4987-B499-6BDD18A10C4A}" type="sibTrans" cxnId="{514A2856-F939-4961-A47E-FA99E28F3874}">
      <dgm:prSet/>
      <dgm:spPr/>
      <dgm:t>
        <a:bodyPr/>
        <a:lstStyle/>
        <a:p>
          <a:endParaRPr lang="en-US"/>
        </a:p>
      </dgm:t>
    </dgm:pt>
    <dgm:pt modelId="{4AAC8E79-728D-4F5D-B9C6-10C627BA2F10}">
      <dgm:prSet/>
      <dgm:spPr/>
      <dgm:t>
        <a:bodyPr/>
        <a:lstStyle/>
        <a:p>
          <a:pPr>
            <a:defRPr cap="all"/>
          </a:pPr>
          <a:r>
            <a:rPr lang="es-ES" b="1"/>
            <a:t>Ejemplo</a:t>
          </a:r>
          <a:r>
            <a:rPr lang="es-ES"/>
            <a:t>: Un desarrollador puede crear una nueva vista o modificar una existente para una aplicación.</a:t>
          </a:r>
          <a:endParaRPr lang="en-US"/>
        </a:p>
      </dgm:t>
    </dgm:pt>
    <dgm:pt modelId="{39F3DD25-1C5B-49C2-BA6E-E8201A2A4FC8}" type="parTrans" cxnId="{27BA4539-BB90-44CE-B3F0-638B7A3DD81F}">
      <dgm:prSet/>
      <dgm:spPr/>
      <dgm:t>
        <a:bodyPr/>
        <a:lstStyle/>
        <a:p>
          <a:endParaRPr lang="en-US"/>
        </a:p>
      </dgm:t>
    </dgm:pt>
    <dgm:pt modelId="{F4719325-CC18-400C-82F9-AE1DBBC939A6}" type="sibTrans" cxnId="{27BA4539-BB90-44CE-B3F0-638B7A3DD81F}">
      <dgm:prSet/>
      <dgm:spPr/>
      <dgm:t>
        <a:bodyPr/>
        <a:lstStyle/>
        <a:p>
          <a:endParaRPr lang="en-US"/>
        </a:p>
      </dgm:t>
    </dgm:pt>
    <dgm:pt modelId="{EDDF0621-F790-4AA3-BB69-F88AB6E4E20D}" type="pres">
      <dgm:prSet presAssocID="{8D206132-FAE0-4F84-BBEC-E49940BE019F}" presName="root" presStyleCnt="0">
        <dgm:presLayoutVars>
          <dgm:dir/>
          <dgm:resizeHandles val="exact"/>
        </dgm:presLayoutVars>
      </dgm:prSet>
      <dgm:spPr/>
    </dgm:pt>
    <dgm:pt modelId="{D725451E-F41E-4B8A-9D24-D56B33519EAB}" type="pres">
      <dgm:prSet presAssocID="{C8147AB3-5107-4E30-BA79-C437ADA3E631}" presName="compNode" presStyleCnt="0"/>
      <dgm:spPr/>
    </dgm:pt>
    <dgm:pt modelId="{378C5445-72C4-4843-A58D-591AA5590EC8}" type="pres">
      <dgm:prSet presAssocID="{C8147AB3-5107-4E30-BA79-C437ADA3E631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D7C4A596-C44F-4435-8582-BD25122F034C}" type="pres">
      <dgm:prSet presAssocID="{C8147AB3-5107-4E30-BA79-C437ADA3E63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a"/>
        </a:ext>
      </dgm:extLst>
    </dgm:pt>
    <dgm:pt modelId="{B1DADA1A-82E2-49C8-9AB1-7EC47E7CC427}" type="pres">
      <dgm:prSet presAssocID="{C8147AB3-5107-4E30-BA79-C437ADA3E631}" presName="spaceRect" presStyleCnt="0"/>
      <dgm:spPr/>
    </dgm:pt>
    <dgm:pt modelId="{D9479543-0645-4953-81A1-F97701314BA0}" type="pres">
      <dgm:prSet presAssocID="{C8147AB3-5107-4E30-BA79-C437ADA3E631}" presName="textRect" presStyleLbl="revTx" presStyleIdx="0" presStyleCnt="2">
        <dgm:presLayoutVars>
          <dgm:chMax val="1"/>
          <dgm:chPref val="1"/>
        </dgm:presLayoutVars>
      </dgm:prSet>
      <dgm:spPr/>
    </dgm:pt>
    <dgm:pt modelId="{6E1180CC-3FD7-4DD4-8F67-3F570C4B74CA}" type="pres">
      <dgm:prSet presAssocID="{669B20D6-1621-4987-B499-6BDD18A10C4A}" presName="sibTrans" presStyleCnt="0"/>
      <dgm:spPr/>
    </dgm:pt>
    <dgm:pt modelId="{03B7EC7A-5EB5-4337-A529-BA86548427E6}" type="pres">
      <dgm:prSet presAssocID="{4AAC8E79-728D-4F5D-B9C6-10C627BA2F10}" presName="compNode" presStyleCnt="0"/>
      <dgm:spPr/>
    </dgm:pt>
    <dgm:pt modelId="{90B3D7FC-C80C-4C70-8A2F-616BA230E417}" type="pres">
      <dgm:prSet presAssocID="{4AAC8E79-728D-4F5D-B9C6-10C627BA2F10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54759135-B603-4BA8-A579-7A543C00AFA0}" type="pres">
      <dgm:prSet presAssocID="{4AAC8E79-728D-4F5D-B9C6-10C627BA2F1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9C6985A5-CC4B-4D3F-B855-707C15E48B7B}" type="pres">
      <dgm:prSet presAssocID="{4AAC8E79-728D-4F5D-B9C6-10C627BA2F10}" presName="spaceRect" presStyleCnt="0"/>
      <dgm:spPr/>
    </dgm:pt>
    <dgm:pt modelId="{119C6733-3F44-4839-8810-3BFE34A7F673}" type="pres">
      <dgm:prSet presAssocID="{4AAC8E79-728D-4F5D-B9C6-10C627BA2F1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7BA4539-BB90-44CE-B3F0-638B7A3DD81F}" srcId="{8D206132-FAE0-4F84-BBEC-E49940BE019F}" destId="{4AAC8E79-728D-4F5D-B9C6-10C627BA2F10}" srcOrd="1" destOrd="0" parTransId="{39F3DD25-1C5B-49C2-BA6E-E8201A2A4FC8}" sibTransId="{F4719325-CC18-400C-82F9-AE1DBBC939A6}"/>
    <dgm:cxn modelId="{514A2856-F939-4961-A47E-FA99E28F3874}" srcId="{8D206132-FAE0-4F84-BBEC-E49940BE019F}" destId="{C8147AB3-5107-4E30-BA79-C437ADA3E631}" srcOrd="0" destOrd="0" parTransId="{B20710F1-D78E-498C-99DB-C9F91026A7FA}" sibTransId="{669B20D6-1621-4987-B499-6BDD18A10C4A}"/>
    <dgm:cxn modelId="{6D2C5A76-2FE9-4743-BE0A-3EB12419A641}" type="presOf" srcId="{4AAC8E79-728D-4F5D-B9C6-10C627BA2F10}" destId="{119C6733-3F44-4839-8810-3BFE34A7F673}" srcOrd="0" destOrd="0" presId="urn:microsoft.com/office/officeart/2018/5/layout/IconLeafLabelList"/>
    <dgm:cxn modelId="{EF3EC1B3-0061-4E47-AF87-AF228371D40C}" type="presOf" srcId="{8D206132-FAE0-4F84-BBEC-E49940BE019F}" destId="{EDDF0621-F790-4AA3-BB69-F88AB6E4E20D}" srcOrd="0" destOrd="0" presId="urn:microsoft.com/office/officeart/2018/5/layout/IconLeafLabelList"/>
    <dgm:cxn modelId="{D2EC8FEC-278E-470B-862C-34869F9B3022}" type="presOf" srcId="{C8147AB3-5107-4E30-BA79-C437ADA3E631}" destId="{D9479543-0645-4953-81A1-F97701314BA0}" srcOrd="0" destOrd="0" presId="urn:microsoft.com/office/officeart/2018/5/layout/IconLeafLabelList"/>
    <dgm:cxn modelId="{EF43BFA1-C9AC-4060-B271-8BD9ACC1A74E}" type="presParOf" srcId="{EDDF0621-F790-4AA3-BB69-F88AB6E4E20D}" destId="{D725451E-F41E-4B8A-9D24-D56B33519EAB}" srcOrd="0" destOrd="0" presId="urn:microsoft.com/office/officeart/2018/5/layout/IconLeafLabelList"/>
    <dgm:cxn modelId="{8946F424-0959-48A9-925F-0F4CA3EB6BA9}" type="presParOf" srcId="{D725451E-F41E-4B8A-9D24-D56B33519EAB}" destId="{378C5445-72C4-4843-A58D-591AA5590EC8}" srcOrd="0" destOrd="0" presId="urn:microsoft.com/office/officeart/2018/5/layout/IconLeafLabelList"/>
    <dgm:cxn modelId="{065B96CD-D148-44AA-9C0E-CAE3F69C4ACE}" type="presParOf" srcId="{D725451E-F41E-4B8A-9D24-D56B33519EAB}" destId="{D7C4A596-C44F-4435-8582-BD25122F034C}" srcOrd="1" destOrd="0" presId="urn:microsoft.com/office/officeart/2018/5/layout/IconLeafLabelList"/>
    <dgm:cxn modelId="{899D9190-412C-4165-B41D-0E709C6DFFD6}" type="presParOf" srcId="{D725451E-F41E-4B8A-9D24-D56B33519EAB}" destId="{B1DADA1A-82E2-49C8-9AB1-7EC47E7CC427}" srcOrd="2" destOrd="0" presId="urn:microsoft.com/office/officeart/2018/5/layout/IconLeafLabelList"/>
    <dgm:cxn modelId="{9C723726-24DA-4727-8F42-2CD85CB0B101}" type="presParOf" srcId="{D725451E-F41E-4B8A-9D24-D56B33519EAB}" destId="{D9479543-0645-4953-81A1-F97701314BA0}" srcOrd="3" destOrd="0" presId="urn:microsoft.com/office/officeart/2018/5/layout/IconLeafLabelList"/>
    <dgm:cxn modelId="{6CE0BBAB-1325-4185-ADD6-67104758061D}" type="presParOf" srcId="{EDDF0621-F790-4AA3-BB69-F88AB6E4E20D}" destId="{6E1180CC-3FD7-4DD4-8F67-3F570C4B74CA}" srcOrd="1" destOrd="0" presId="urn:microsoft.com/office/officeart/2018/5/layout/IconLeafLabelList"/>
    <dgm:cxn modelId="{2278F34A-20C7-4620-B89E-173A3D0486DA}" type="presParOf" srcId="{EDDF0621-F790-4AA3-BB69-F88AB6E4E20D}" destId="{03B7EC7A-5EB5-4337-A529-BA86548427E6}" srcOrd="2" destOrd="0" presId="urn:microsoft.com/office/officeart/2018/5/layout/IconLeafLabelList"/>
    <dgm:cxn modelId="{09F05D1A-F28B-4794-B36C-365A434FA0F5}" type="presParOf" srcId="{03B7EC7A-5EB5-4337-A529-BA86548427E6}" destId="{90B3D7FC-C80C-4C70-8A2F-616BA230E417}" srcOrd="0" destOrd="0" presId="urn:microsoft.com/office/officeart/2018/5/layout/IconLeafLabelList"/>
    <dgm:cxn modelId="{A2ED119A-C625-4C39-93DB-1DC5E1B056F7}" type="presParOf" srcId="{03B7EC7A-5EB5-4337-A529-BA86548427E6}" destId="{54759135-B603-4BA8-A579-7A543C00AFA0}" srcOrd="1" destOrd="0" presId="urn:microsoft.com/office/officeart/2018/5/layout/IconLeafLabelList"/>
    <dgm:cxn modelId="{D6CE3C1F-52A3-4FDD-B37E-E99F90D1DA17}" type="presParOf" srcId="{03B7EC7A-5EB5-4337-A529-BA86548427E6}" destId="{9C6985A5-CC4B-4D3F-B855-707C15E48B7B}" srcOrd="2" destOrd="0" presId="urn:microsoft.com/office/officeart/2018/5/layout/IconLeafLabelList"/>
    <dgm:cxn modelId="{7F92236C-E079-4E80-8830-B64D3FC1C2FE}" type="presParOf" srcId="{03B7EC7A-5EB5-4337-A529-BA86548427E6}" destId="{119C6733-3F44-4839-8810-3BFE34A7F67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C74C46A-5C57-46D6-8A55-C021D3F0068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BC32FD7-DBA7-4E6D-B17B-4B76536698EA}">
      <dgm:prSet/>
      <dgm:spPr/>
      <dgm:t>
        <a:bodyPr/>
        <a:lstStyle/>
        <a:p>
          <a:r>
            <a:rPr lang="es-ES"/>
            <a:t>Generalmente tiene permisos limitados a la ejecución de consultas y procedimientos almacenados sin modificar la estructura de la base de datos. Este rol es para usuarios que solo necesitan consultar los datos.</a:t>
          </a:r>
          <a:endParaRPr lang="en-US"/>
        </a:p>
      </dgm:t>
    </dgm:pt>
    <dgm:pt modelId="{AD772AB7-07F4-4FA9-94EE-434C6CDC2D20}" type="parTrans" cxnId="{ED442130-CED2-4118-8E6E-9A9E84263D52}">
      <dgm:prSet/>
      <dgm:spPr/>
      <dgm:t>
        <a:bodyPr/>
        <a:lstStyle/>
        <a:p>
          <a:endParaRPr lang="en-US"/>
        </a:p>
      </dgm:t>
    </dgm:pt>
    <dgm:pt modelId="{BC7835BC-C254-412A-B544-900FB601DDB5}" type="sibTrans" cxnId="{ED442130-CED2-4118-8E6E-9A9E84263D52}">
      <dgm:prSet/>
      <dgm:spPr/>
      <dgm:t>
        <a:bodyPr/>
        <a:lstStyle/>
        <a:p>
          <a:endParaRPr lang="en-US"/>
        </a:p>
      </dgm:t>
    </dgm:pt>
    <dgm:pt modelId="{2497D4F5-1D32-46B0-8713-EB0922A935B0}">
      <dgm:prSet/>
      <dgm:spPr/>
      <dgm:t>
        <a:bodyPr/>
        <a:lstStyle/>
        <a:p>
          <a:r>
            <a:rPr lang="es-ES" b="1"/>
            <a:t>Ejemplo</a:t>
          </a:r>
          <a:r>
            <a:rPr lang="es-ES"/>
            <a:t>: Un analista de datos puede ejecutar consultas para generar informes sin poder modificar las tablas subyacentes.</a:t>
          </a:r>
          <a:endParaRPr lang="en-US"/>
        </a:p>
      </dgm:t>
    </dgm:pt>
    <dgm:pt modelId="{B8B4F938-8C65-4665-B923-2E79B699643B}" type="parTrans" cxnId="{9522F2D1-6E8D-4158-A63A-31C129E2294C}">
      <dgm:prSet/>
      <dgm:spPr/>
      <dgm:t>
        <a:bodyPr/>
        <a:lstStyle/>
        <a:p>
          <a:endParaRPr lang="en-US"/>
        </a:p>
      </dgm:t>
    </dgm:pt>
    <dgm:pt modelId="{82291DFB-0FB6-4E18-B965-4772746B8362}" type="sibTrans" cxnId="{9522F2D1-6E8D-4158-A63A-31C129E2294C}">
      <dgm:prSet/>
      <dgm:spPr/>
      <dgm:t>
        <a:bodyPr/>
        <a:lstStyle/>
        <a:p>
          <a:endParaRPr lang="en-US"/>
        </a:p>
      </dgm:t>
    </dgm:pt>
    <dgm:pt modelId="{24B1DC46-B581-4501-98B0-A3BD70449E7F}" type="pres">
      <dgm:prSet presAssocID="{CC74C46A-5C57-46D6-8A55-C021D3F00685}" presName="root" presStyleCnt="0">
        <dgm:presLayoutVars>
          <dgm:dir/>
          <dgm:resizeHandles val="exact"/>
        </dgm:presLayoutVars>
      </dgm:prSet>
      <dgm:spPr/>
    </dgm:pt>
    <dgm:pt modelId="{C60166C4-8112-42EE-8899-9E7A056ADE24}" type="pres">
      <dgm:prSet presAssocID="{4BC32FD7-DBA7-4E6D-B17B-4B76536698EA}" presName="compNode" presStyleCnt="0"/>
      <dgm:spPr/>
    </dgm:pt>
    <dgm:pt modelId="{51F1AE8F-713A-4B27-BE56-05D07CA6EF15}" type="pres">
      <dgm:prSet presAssocID="{4BC32FD7-DBA7-4E6D-B17B-4B76536698E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ez"/>
        </a:ext>
      </dgm:extLst>
    </dgm:pt>
    <dgm:pt modelId="{7A9DFEB1-4075-4E00-B1D1-94E8404C3123}" type="pres">
      <dgm:prSet presAssocID="{4BC32FD7-DBA7-4E6D-B17B-4B76536698EA}" presName="spaceRect" presStyleCnt="0"/>
      <dgm:spPr/>
    </dgm:pt>
    <dgm:pt modelId="{4201996A-6BF6-423A-A4FA-7B19B9160DB8}" type="pres">
      <dgm:prSet presAssocID="{4BC32FD7-DBA7-4E6D-B17B-4B76536698EA}" presName="textRect" presStyleLbl="revTx" presStyleIdx="0" presStyleCnt="2">
        <dgm:presLayoutVars>
          <dgm:chMax val="1"/>
          <dgm:chPref val="1"/>
        </dgm:presLayoutVars>
      </dgm:prSet>
      <dgm:spPr/>
    </dgm:pt>
    <dgm:pt modelId="{979C9622-6D2D-4532-9209-99EC86E6B150}" type="pres">
      <dgm:prSet presAssocID="{BC7835BC-C254-412A-B544-900FB601DDB5}" presName="sibTrans" presStyleCnt="0"/>
      <dgm:spPr/>
    </dgm:pt>
    <dgm:pt modelId="{0CA5FADE-4F56-432D-B700-0397C29648F3}" type="pres">
      <dgm:prSet presAssocID="{2497D4F5-1D32-46B0-8713-EB0922A935B0}" presName="compNode" presStyleCnt="0"/>
      <dgm:spPr/>
    </dgm:pt>
    <dgm:pt modelId="{4CB52FCE-4B9A-4F94-B381-2E1E84C5C076}" type="pres">
      <dgm:prSet presAssocID="{2497D4F5-1D32-46B0-8713-EB0922A935B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dísticas"/>
        </a:ext>
      </dgm:extLst>
    </dgm:pt>
    <dgm:pt modelId="{5FD5A963-862B-4586-A156-B5D80E65727A}" type="pres">
      <dgm:prSet presAssocID="{2497D4F5-1D32-46B0-8713-EB0922A935B0}" presName="spaceRect" presStyleCnt="0"/>
      <dgm:spPr/>
    </dgm:pt>
    <dgm:pt modelId="{F1CEE945-E020-43AB-B6A3-A680968D6E6B}" type="pres">
      <dgm:prSet presAssocID="{2497D4F5-1D32-46B0-8713-EB0922A935B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E77B925-B45A-4908-8512-1620C41C71EE}" type="presOf" srcId="{4BC32FD7-DBA7-4E6D-B17B-4B76536698EA}" destId="{4201996A-6BF6-423A-A4FA-7B19B9160DB8}" srcOrd="0" destOrd="0" presId="urn:microsoft.com/office/officeart/2018/2/layout/IconLabelList"/>
    <dgm:cxn modelId="{ED442130-CED2-4118-8E6E-9A9E84263D52}" srcId="{CC74C46A-5C57-46D6-8A55-C021D3F00685}" destId="{4BC32FD7-DBA7-4E6D-B17B-4B76536698EA}" srcOrd="0" destOrd="0" parTransId="{AD772AB7-07F4-4FA9-94EE-434C6CDC2D20}" sibTransId="{BC7835BC-C254-412A-B544-900FB601DDB5}"/>
    <dgm:cxn modelId="{91BFA493-91C1-47C8-AABC-CA02263C9CDE}" type="presOf" srcId="{CC74C46A-5C57-46D6-8A55-C021D3F00685}" destId="{24B1DC46-B581-4501-98B0-A3BD70449E7F}" srcOrd="0" destOrd="0" presId="urn:microsoft.com/office/officeart/2018/2/layout/IconLabelList"/>
    <dgm:cxn modelId="{9522F2D1-6E8D-4158-A63A-31C129E2294C}" srcId="{CC74C46A-5C57-46D6-8A55-C021D3F00685}" destId="{2497D4F5-1D32-46B0-8713-EB0922A935B0}" srcOrd="1" destOrd="0" parTransId="{B8B4F938-8C65-4665-B923-2E79B699643B}" sibTransId="{82291DFB-0FB6-4E18-B965-4772746B8362}"/>
    <dgm:cxn modelId="{1B40C8EF-56F0-480B-87AF-0D3470B3FE14}" type="presOf" srcId="{2497D4F5-1D32-46B0-8713-EB0922A935B0}" destId="{F1CEE945-E020-43AB-B6A3-A680968D6E6B}" srcOrd="0" destOrd="0" presId="urn:microsoft.com/office/officeart/2018/2/layout/IconLabelList"/>
    <dgm:cxn modelId="{1A2C5AE3-065C-4602-9DDB-4E615E9F513B}" type="presParOf" srcId="{24B1DC46-B581-4501-98B0-A3BD70449E7F}" destId="{C60166C4-8112-42EE-8899-9E7A056ADE24}" srcOrd="0" destOrd="0" presId="urn:microsoft.com/office/officeart/2018/2/layout/IconLabelList"/>
    <dgm:cxn modelId="{D56E7228-5411-4D62-9200-F659D693BCFE}" type="presParOf" srcId="{C60166C4-8112-42EE-8899-9E7A056ADE24}" destId="{51F1AE8F-713A-4B27-BE56-05D07CA6EF15}" srcOrd="0" destOrd="0" presId="urn:microsoft.com/office/officeart/2018/2/layout/IconLabelList"/>
    <dgm:cxn modelId="{8A73DBA1-8228-4E4A-AC7D-6FCAF98CEF46}" type="presParOf" srcId="{C60166C4-8112-42EE-8899-9E7A056ADE24}" destId="{7A9DFEB1-4075-4E00-B1D1-94E8404C3123}" srcOrd="1" destOrd="0" presId="urn:microsoft.com/office/officeart/2018/2/layout/IconLabelList"/>
    <dgm:cxn modelId="{7675E870-7065-4416-B90B-1E65E18F0A10}" type="presParOf" srcId="{C60166C4-8112-42EE-8899-9E7A056ADE24}" destId="{4201996A-6BF6-423A-A4FA-7B19B9160DB8}" srcOrd="2" destOrd="0" presId="urn:microsoft.com/office/officeart/2018/2/layout/IconLabelList"/>
    <dgm:cxn modelId="{3C022DE8-8F0B-4D4D-9AD2-19A9C268EE71}" type="presParOf" srcId="{24B1DC46-B581-4501-98B0-A3BD70449E7F}" destId="{979C9622-6D2D-4532-9209-99EC86E6B150}" srcOrd="1" destOrd="0" presId="urn:microsoft.com/office/officeart/2018/2/layout/IconLabelList"/>
    <dgm:cxn modelId="{7B36BECA-E01E-44BD-9020-B20B74148308}" type="presParOf" srcId="{24B1DC46-B581-4501-98B0-A3BD70449E7F}" destId="{0CA5FADE-4F56-432D-B700-0397C29648F3}" srcOrd="2" destOrd="0" presId="urn:microsoft.com/office/officeart/2018/2/layout/IconLabelList"/>
    <dgm:cxn modelId="{4EE60D7A-A62C-412B-BC19-DD68EFBCE58C}" type="presParOf" srcId="{0CA5FADE-4F56-432D-B700-0397C29648F3}" destId="{4CB52FCE-4B9A-4F94-B381-2E1E84C5C076}" srcOrd="0" destOrd="0" presId="urn:microsoft.com/office/officeart/2018/2/layout/IconLabelList"/>
    <dgm:cxn modelId="{2FD12765-C6DC-4BDE-A59C-A80CADD86919}" type="presParOf" srcId="{0CA5FADE-4F56-432D-B700-0397C29648F3}" destId="{5FD5A963-862B-4586-A156-B5D80E65727A}" srcOrd="1" destOrd="0" presId="urn:microsoft.com/office/officeart/2018/2/layout/IconLabelList"/>
    <dgm:cxn modelId="{9777350F-583C-4127-811C-1F1775F8A5DB}" type="presParOf" srcId="{0CA5FADE-4F56-432D-B700-0397C29648F3}" destId="{F1CEE945-E020-43AB-B6A3-A680968D6E6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7D96CB6-8597-4A93-AF8F-8A2FF82DD47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6EF2E5-0E71-4F95-966F-DD945994D40F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Herramientas que proporcionan estadísticas sobre el rendimiento de consultas y el uso de recursos, permitiendo ajustes proactivos.</a:t>
          </a:r>
          <a:endParaRPr lang="en-US"/>
        </a:p>
      </dgm:t>
    </dgm:pt>
    <dgm:pt modelId="{6B5E9747-4239-477F-AF29-FFD10C63C387}" type="parTrans" cxnId="{40457B6A-F297-4D65-9605-B60C4EE9181D}">
      <dgm:prSet/>
      <dgm:spPr/>
      <dgm:t>
        <a:bodyPr/>
        <a:lstStyle/>
        <a:p>
          <a:endParaRPr lang="en-US"/>
        </a:p>
      </dgm:t>
    </dgm:pt>
    <dgm:pt modelId="{82A5BAD0-5DC5-403C-A154-52B7D46BB0C8}" type="sibTrans" cxnId="{40457B6A-F297-4D65-9605-B60C4EE9181D}">
      <dgm:prSet/>
      <dgm:spPr/>
      <dgm:t>
        <a:bodyPr/>
        <a:lstStyle/>
        <a:p>
          <a:endParaRPr lang="en-US"/>
        </a:p>
      </dgm:t>
    </dgm:pt>
    <dgm:pt modelId="{B27E6B36-E427-416F-835D-F1FA13B48CCA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Ejemplo</a:t>
          </a:r>
          <a:r>
            <a:rPr lang="es-ES"/>
            <a:t>: Un dashboard que muestra el uso de CPU y memoria, y el tiempo de respuesta de las consultas.</a:t>
          </a:r>
          <a:endParaRPr lang="en-US"/>
        </a:p>
      </dgm:t>
    </dgm:pt>
    <dgm:pt modelId="{8DC2BB8A-E15C-416E-8CA6-DD6795C765DC}" type="parTrans" cxnId="{61A6A963-0DB9-400C-A769-EDC029DA488D}">
      <dgm:prSet/>
      <dgm:spPr/>
      <dgm:t>
        <a:bodyPr/>
        <a:lstStyle/>
        <a:p>
          <a:endParaRPr lang="en-US"/>
        </a:p>
      </dgm:t>
    </dgm:pt>
    <dgm:pt modelId="{F5468331-B6DF-4CDD-8927-4701A37E9A74}" type="sibTrans" cxnId="{61A6A963-0DB9-400C-A769-EDC029DA488D}">
      <dgm:prSet/>
      <dgm:spPr/>
      <dgm:t>
        <a:bodyPr/>
        <a:lstStyle/>
        <a:p>
          <a:endParaRPr lang="en-US"/>
        </a:p>
      </dgm:t>
    </dgm:pt>
    <dgm:pt modelId="{3E6EA4E5-6FC5-4768-A239-9F6DBF3823F6}" type="pres">
      <dgm:prSet presAssocID="{87D96CB6-8597-4A93-AF8F-8A2FF82DD47E}" presName="root" presStyleCnt="0">
        <dgm:presLayoutVars>
          <dgm:dir/>
          <dgm:resizeHandles val="exact"/>
        </dgm:presLayoutVars>
      </dgm:prSet>
      <dgm:spPr/>
    </dgm:pt>
    <dgm:pt modelId="{B0AE7E9F-CCA1-4920-8EAA-463A4445438E}" type="pres">
      <dgm:prSet presAssocID="{2D6EF2E5-0E71-4F95-966F-DD945994D40F}" presName="compNode" presStyleCnt="0"/>
      <dgm:spPr/>
    </dgm:pt>
    <dgm:pt modelId="{607F61B4-A76D-479E-97D3-D1224831EF9D}" type="pres">
      <dgm:prSet presAssocID="{2D6EF2E5-0E71-4F95-966F-DD945994D40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A4FEFFA-D4E1-49E8-A0F6-41531F801E69}" type="pres">
      <dgm:prSet presAssocID="{2D6EF2E5-0E71-4F95-966F-DD945994D40F}" presName="spaceRect" presStyleCnt="0"/>
      <dgm:spPr/>
    </dgm:pt>
    <dgm:pt modelId="{0A2902B3-196B-4F0E-A476-DECA63A1E312}" type="pres">
      <dgm:prSet presAssocID="{2D6EF2E5-0E71-4F95-966F-DD945994D40F}" presName="textRect" presStyleLbl="revTx" presStyleIdx="0" presStyleCnt="2">
        <dgm:presLayoutVars>
          <dgm:chMax val="1"/>
          <dgm:chPref val="1"/>
        </dgm:presLayoutVars>
      </dgm:prSet>
      <dgm:spPr/>
    </dgm:pt>
    <dgm:pt modelId="{0F88198B-4F89-429D-B30B-BC4BA0D0307C}" type="pres">
      <dgm:prSet presAssocID="{82A5BAD0-5DC5-403C-A154-52B7D46BB0C8}" presName="sibTrans" presStyleCnt="0"/>
      <dgm:spPr/>
    </dgm:pt>
    <dgm:pt modelId="{C793F2B2-3E8B-4821-9BDF-5075A9C26A5A}" type="pres">
      <dgm:prSet presAssocID="{B27E6B36-E427-416F-835D-F1FA13B48CCA}" presName="compNode" presStyleCnt="0"/>
      <dgm:spPr/>
    </dgm:pt>
    <dgm:pt modelId="{F46F682F-D87D-4999-B102-8AC8584C41DB}" type="pres">
      <dgm:prSet presAssocID="{B27E6B36-E427-416F-835D-F1FA13B48CC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dicador"/>
        </a:ext>
      </dgm:extLst>
    </dgm:pt>
    <dgm:pt modelId="{56A34FF9-4BFF-4364-9434-54457BAA647D}" type="pres">
      <dgm:prSet presAssocID="{B27E6B36-E427-416F-835D-F1FA13B48CCA}" presName="spaceRect" presStyleCnt="0"/>
      <dgm:spPr/>
    </dgm:pt>
    <dgm:pt modelId="{85172713-7A5C-4319-A148-14D74794FC56}" type="pres">
      <dgm:prSet presAssocID="{B27E6B36-E427-416F-835D-F1FA13B48CC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CC2E50D-4459-42DB-847F-EDDB687E4109}" type="presOf" srcId="{2D6EF2E5-0E71-4F95-966F-DD945994D40F}" destId="{0A2902B3-196B-4F0E-A476-DECA63A1E312}" srcOrd="0" destOrd="0" presId="urn:microsoft.com/office/officeart/2018/2/layout/IconLabelList"/>
    <dgm:cxn modelId="{FFBBD031-6AF4-4347-8106-C77AE5B90709}" type="presOf" srcId="{87D96CB6-8597-4A93-AF8F-8A2FF82DD47E}" destId="{3E6EA4E5-6FC5-4768-A239-9F6DBF3823F6}" srcOrd="0" destOrd="0" presId="urn:microsoft.com/office/officeart/2018/2/layout/IconLabelList"/>
    <dgm:cxn modelId="{61A6A963-0DB9-400C-A769-EDC029DA488D}" srcId="{87D96CB6-8597-4A93-AF8F-8A2FF82DD47E}" destId="{B27E6B36-E427-416F-835D-F1FA13B48CCA}" srcOrd="1" destOrd="0" parTransId="{8DC2BB8A-E15C-416E-8CA6-DD6795C765DC}" sibTransId="{F5468331-B6DF-4CDD-8927-4701A37E9A74}"/>
    <dgm:cxn modelId="{40457B6A-F297-4D65-9605-B60C4EE9181D}" srcId="{87D96CB6-8597-4A93-AF8F-8A2FF82DD47E}" destId="{2D6EF2E5-0E71-4F95-966F-DD945994D40F}" srcOrd="0" destOrd="0" parTransId="{6B5E9747-4239-477F-AF29-FFD10C63C387}" sibTransId="{82A5BAD0-5DC5-403C-A154-52B7D46BB0C8}"/>
    <dgm:cxn modelId="{F024BED9-068D-4BD1-8676-8150DC4654C2}" type="presOf" srcId="{B27E6B36-E427-416F-835D-F1FA13B48CCA}" destId="{85172713-7A5C-4319-A148-14D74794FC56}" srcOrd="0" destOrd="0" presId="urn:microsoft.com/office/officeart/2018/2/layout/IconLabelList"/>
    <dgm:cxn modelId="{D7BA0C13-CB0E-4607-A06D-2237A6DED9BA}" type="presParOf" srcId="{3E6EA4E5-6FC5-4768-A239-9F6DBF3823F6}" destId="{B0AE7E9F-CCA1-4920-8EAA-463A4445438E}" srcOrd="0" destOrd="0" presId="urn:microsoft.com/office/officeart/2018/2/layout/IconLabelList"/>
    <dgm:cxn modelId="{E7021532-8E78-476E-8BB8-A9A0FD55E7DA}" type="presParOf" srcId="{B0AE7E9F-CCA1-4920-8EAA-463A4445438E}" destId="{607F61B4-A76D-479E-97D3-D1224831EF9D}" srcOrd="0" destOrd="0" presId="urn:microsoft.com/office/officeart/2018/2/layout/IconLabelList"/>
    <dgm:cxn modelId="{57562A28-2731-47C2-907B-3CD2E44D7FF6}" type="presParOf" srcId="{B0AE7E9F-CCA1-4920-8EAA-463A4445438E}" destId="{3A4FEFFA-D4E1-49E8-A0F6-41531F801E69}" srcOrd="1" destOrd="0" presId="urn:microsoft.com/office/officeart/2018/2/layout/IconLabelList"/>
    <dgm:cxn modelId="{035729E8-E015-4848-AC59-F571BC7FC85F}" type="presParOf" srcId="{B0AE7E9F-CCA1-4920-8EAA-463A4445438E}" destId="{0A2902B3-196B-4F0E-A476-DECA63A1E312}" srcOrd="2" destOrd="0" presId="urn:microsoft.com/office/officeart/2018/2/layout/IconLabelList"/>
    <dgm:cxn modelId="{ACD11CFA-716C-4D02-B98E-668D2E0676D2}" type="presParOf" srcId="{3E6EA4E5-6FC5-4768-A239-9F6DBF3823F6}" destId="{0F88198B-4F89-429D-B30B-BC4BA0D0307C}" srcOrd="1" destOrd="0" presId="urn:microsoft.com/office/officeart/2018/2/layout/IconLabelList"/>
    <dgm:cxn modelId="{4E4BA186-B289-4BDB-96E3-209B4A69401F}" type="presParOf" srcId="{3E6EA4E5-6FC5-4768-A239-9F6DBF3823F6}" destId="{C793F2B2-3E8B-4821-9BDF-5075A9C26A5A}" srcOrd="2" destOrd="0" presId="urn:microsoft.com/office/officeart/2018/2/layout/IconLabelList"/>
    <dgm:cxn modelId="{3BC11348-3CCF-4773-B9A8-9056084C76E2}" type="presParOf" srcId="{C793F2B2-3E8B-4821-9BDF-5075A9C26A5A}" destId="{F46F682F-D87D-4999-B102-8AC8584C41DB}" srcOrd="0" destOrd="0" presId="urn:microsoft.com/office/officeart/2018/2/layout/IconLabelList"/>
    <dgm:cxn modelId="{2CCB57FC-F3F7-4161-A0A1-5C1E7704305A}" type="presParOf" srcId="{C793F2B2-3E8B-4821-9BDF-5075A9C26A5A}" destId="{56A34FF9-4BFF-4364-9434-54457BAA647D}" srcOrd="1" destOrd="0" presId="urn:microsoft.com/office/officeart/2018/2/layout/IconLabelList"/>
    <dgm:cxn modelId="{D0570FFB-B277-4124-A484-B718AEDDE16E}" type="presParOf" srcId="{C793F2B2-3E8B-4821-9BDF-5075A9C26A5A}" destId="{85172713-7A5C-4319-A148-14D74794FC5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F5A2B9F-16CC-4353-AA68-3E6F6A28FF8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4605D33-99A1-4AF3-92A0-F6AFAE5F11B0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Configuración de alertas para identificar y responder rápidamente a condiciones anómalas, como fallos de rendimiento o intentos de acceso no autorizados.</a:t>
          </a:r>
          <a:endParaRPr lang="en-US"/>
        </a:p>
      </dgm:t>
    </dgm:pt>
    <dgm:pt modelId="{683D8A99-6E7B-47AF-A25A-EFA6A2AC690D}" type="parTrans" cxnId="{5B7871B4-2470-42BD-A018-C0934ABA65AC}">
      <dgm:prSet/>
      <dgm:spPr/>
      <dgm:t>
        <a:bodyPr/>
        <a:lstStyle/>
        <a:p>
          <a:endParaRPr lang="en-US"/>
        </a:p>
      </dgm:t>
    </dgm:pt>
    <dgm:pt modelId="{9F201BDD-5E19-4208-A7BE-4CD08BA4D736}" type="sibTrans" cxnId="{5B7871B4-2470-42BD-A018-C0934ABA65AC}">
      <dgm:prSet/>
      <dgm:spPr/>
      <dgm:t>
        <a:bodyPr/>
        <a:lstStyle/>
        <a:p>
          <a:endParaRPr lang="en-US"/>
        </a:p>
      </dgm:t>
    </dgm:pt>
    <dgm:pt modelId="{AF84E65B-0BA6-4D68-90A7-21F8DE707522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Ejemplo</a:t>
          </a:r>
          <a:r>
            <a:rPr lang="es-ES"/>
            <a:t>: Una alerta que se dispara cuando el tiempo de respuesta de una consulta supera un umbral definido.</a:t>
          </a:r>
          <a:endParaRPr lang="en-US"/>
        </a:p>
      </dgm:t>
    </dgm:pt>
    <dgm:pt modelId="{54D9D0E4-F41D-4727-AACB-107B40D95643}" type="parTrans" cxnId="{874420EA-D283-4FFD-92C4-DD2B3C8477BA}">
      <dgm:prSet/>
      <dgm:spPr/>
      <dgm:t>
        <a:bodyPr/>
        <a:lstStyle/>
        <a:p>
          <a:endParaRPr lang="en-US"/>
        </a:p>
      </dgm:t>
    </dgm:pt>
    <dgm:pt modelId="{CFE6557D-3A4C-42D7-9317-21BC285D1552}" type="sibTrans" cxnId="{874420EA-D283-4FFD-92C4-DD2B3C8477BA}">
      <dgm:prSet/>
      <dgm:spPr/>
      <dgm:t>
        <a:bodyPr/>
        <a:lstStyle/>
        <a:p>
          <a:endParaRPr lang="en-US"/>
        </a:p>
      </dgm:t>
    </dgm:pt>
    <dgm:pt modelId="{EB06D230-1E0E-42AF-8294-3DA04EE98878}" type="pres">
      <dgm:prSet presAssocID="{AF5A2B9F-16CC-4353-AA68-3E6F6A28FF8C}" presName="root" presStyleCnt="0">
        <dgm:presLayoutVars>
          <dgm:dir/>
          <dgm:resizeHandles val="exact"/>
        </dgm:presLayoutVars>
      </dgm:prSet>
      <dgm:spPr/>
    </dgm:pt>
    <dgm:pt modelId="{1E44D4B8-D9D2-4A27-8941-FB86855B3C01}" type="pres">
      <dgm:prSet presAssocID="{84605D33-99A1-4AF3-92A0-F6AFAE5F11B0}" presName="compNode" presStyleCnt="0"/>
      <dgm:spPr/>
    </dgm:pt>
    <dgm:pt modelId="{E4B992BD-F2BB-47D6-B7CB-FBD1E655B5DB}" type="pres">
      <dgm:prSet presAssocID="{84605D33-99A1-4AF3-92A0-F6AFAE5F11B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ABE79673-9DB7-4E33-807B-1C5526381123}" type="pres">
      <dgm:prSet presAssocID="{84605D33-99A1-4AF3-92A0-F6AFAE5F11B0}" presName="spaceRect" presStyleCnt="0"/>
      <dgm:spPr/>
    </dgm:pt>
    <dgm:pt modelId="{E5F7ED16-C362-44D5-9B28-9A004988EF1B}" type="pres">
      <dgm:prSet presAssocID="{84605D33-99A1-4AF3-92A0-F6AFAE5F11B0}" presName="textRect" presStyleLbl="revTx" presStyleIdx="0" presStyleCnt="2">
        <dgm:presLayoutVars>
          <dgm:chMax val="1"/>
          <dgm:chPref val="1"/>
        </dgm:presLayoutVars>
      </dgm:prSet>
      <dgm:spPr/>
    </dgm:pt>
    <dgm:pt modelId="{344159F5-1A01-4B61-BB1F-F739CF6E70DB}" type="pres">
      <dgm:prSet presAssocID="{9F201BDD-5E19-4208-A7BE-4CD08BA4D736}" presName="sibTrans" presStyleCnt="0"/>
      <dgm:spPr/>
    </dgm:pt>
    <dgm:pt modelId="{F6D6EB98-43D8-46F1-9DB0-C381D381AFB2}" type="pres">
      <dgm:prSet presAssocID="{AF84E65B-0BA6-4D68-90A7-21F8DE707522}" presName="compNode" presStyleCnt="0"/>
      <dgm:spPr/>
    </dgm:pt>
    <dgm:pt modelId="{B05CC944-E373-4732-B408-EC2C38781389}" type="pres">
      <dgm:prSet presAssocID="{AF84E65B-0BA6-4D68-90A7-21F8DE70752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guntas"/>
        </a:ext>
      </dgm:extLst>
    </dgm:pt>
    <dgm:pt modelId="{10C15ADF-1CAE-409E-A40B-E0696DEAF9DA}" type="pres">
      <dgm:prSet presAssocID="{AF84E65B-0BA6-4D68-90A7-21F8DE707522}" presName="spaceRect" presStyleCnt="0"/>
      <dgm:spPr/>
    </dgm:pt>
    <dgm:pt modelId="{D017AC15-732A-45F2-99C3-903403B5CFA1}" type="pres">
      <dgm:prSet presAssocID="{AF84E65B-0BA6-4D68-90A7-21F8DE70752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8BC9D2C-E09C-477D-95F3-4DDEF3E1C778}" type="presOf" srcId="{AF84E65B-0BA6-4D68-90A7-21F8DE707522}" destId="{D017AC15-732A-45F2-99C3-903403B5CFA1}" srcOrd="0" destOrd="0" presId="urn:microsoft.com/office/officeart/2018/2/layout/IconLabelList"/>
    <dgm:cxn modelId="{6A299F65-2A99-4CB4-9B67-A1F1CDE10B5A}" type="presOf" srcId="{84605D33-99A1-4AF3-92A0-F6AFAE5F11B0}" destId="{E5F7ED16-C362-44D5-9B28-9A004988EF1B}" srcOrd="0" destOrd="0" presId="urn:microsoft.com/office/officeart/2018/2/layout/IconLabelList"/>
    <dgm:cxn modelId="{6B89B6AC-6B92-4401-9978-70A75615814C}" type="presOf" srcId="{AF5A2B9F-16CC-4353-AA68-3E6F6A28FF8C}" destId="{EB06D230-1E0E-42AF-8294-3DA04EE98878}" srcOrd="0" destOrd="0" presId="urn:microsoft.com/office/officeart/2018/2/layout/IconLabelList"/>
    <dgm:cxn modelId="{5B7871B4-2470-42BD-A018-C0934ABA65AC}" srcId="{AF5A2B9F-16CC-4353-AA68-3E6F6A28FF8C}" destId="{84605D33-99A1-4AF3-92A0-F6AFAE5F11B0}" srcOrd="0" destOrd="0" parTransId="{683D8A99-6E7B-47AF-A25A-EFA6A2AC690D}" sibTransId="{9F201BDD-5E19-4208-A7BE-4CD08BA4D736}"/>
    <dgm:cxn modelId="{874420EA-D283-4FFD-92C4-DD2B3C8477BA}" srcId="{AF5A2B9F-16CC-4353-AA68-3E6F6A28FF8C}" destId="{AF84E65B-0BA6-4D68-90A7-21F8DE707522}" srcOrd="1" destOrd="0" parTransId="{54D9D0E4-F41D-4727-AACB-107B40D95643}" sibTransId="{CFE6557D-3A4C-42D7-9317-21BC285D1552}"/>
    <dgm:cxn modelId="{FD938641-9503-4CBB-81F3-CCD81C7C9618}" type="presParOf" srcId="{EB06D230-1E0E-42AF-8294-3DA04EE98878}" destId="{1E44D4B8-D9D2-4A27-8941-FB86855B3C01}" srcOrd="0" destOrd="0" presId="urn:microsoft.com/office/officeart/2018/2/layout/IconLabelList"/>
    <dgm:cxn modelId="{0078A089-4416-43F1-8E71-4CD73FE93961}" type="presParOf" srcId="{1E44D4B8-D9D2-4A27-8941-FB86855B3C01}" destId="{E4B992BD-F2BB-47D6-B7CB-FBD1E655B5DB}" srcOrd="0" destOrd="0" presId="urn:microsoft.com/office/officeart/2018/2/layout/IconLabelList"/>
    <dgm:cxn modelId="{6D81E0BA-BDB5-4417-A10B-698D602CF488}" type="presParOf" srcId="{1E44D4B8-D9D2-4A27-8941-FB86855B3C01}" destId="{ABE79673-9DB7-4E33-807B-1C5526381123}" srcOrd="1" destOrd="0" presId="urn:microsoft.com/office/officeart/2018/2/layout/IconLabelList"/>
    <dgm:cxn modelId="{19A9B2E6-9391-4732-A739-5421A3590BCB}" type="presParOf" srcId="{1E44D4B8-D9D2-4A27-8941-FB86855B3C01}" destId="{E5F7ED16-C362-44D5-9B28-9A004988EF1B}" srcOrd="2" destOrd="0" presId="urn:microsoft.com/office/officeart/2018/2/layout/IconLabelList"/>
    <dgm:cxn modelId="{B9EED024-B2CC-45B0-AD7E-F103A8D52245}" type="presParOf" srcId="{EB06D230-1E0E-42AF-8294-3DA04EE98878}" destId="{344159F5-1A01-4B61-BB1F-F739CF6E70DB}" srcOrd="1" destOrd="0" presId="urn:microsoft.com/office/officeart/2018/2/layout/IconLabelList"/>
    <dgm:cxn modelId="{09CC51A4-FB0E-49C9-BB5A-F47402054989}" type="presParOf" srcId="{EB06D230-1E0E-42AF-8294-3DA04EE98878}" destId="{F6D6EB98-43D8-46F1-9DB0-C381D381AFB2}" srcOrd="2" destOrd="0" presId="urn:microsoft.com/office/officeart/2018/2/layout/IconLabelList"/>
    <dgm:cxn modelId="{95960F49-8C83-4C20-ADFC-2C4B647CE837}" type="presParOf" srcId="{F6D6EB98-43D8-46F1-9DB0-C381D381AFB2}" destId="{B05CC944-E373-4732-B408-EC2C38781389}" srcOrd="0" destOrd="0" presId="urn:microsoft.com/office/officeart/2018/2/layout/IconLabelList"/>
    <dgm:cxn modelId="{CC9890E1-226A-46A6-9558-7830870910C7}" type="presParOf" srcId="{F6D6EB98-43D8-46F1-9DB0-C381D381AFB2}" destId="{10C15ADF-1CAE-409E-A40B-E0696DEAF9DA}" srcOrd="1" destOrd="0" presId="urn:microsoft.com/office/officeart/2018/2/layout/IconLabelList"/>
    <dgm:cxn modelId="{55150549-F036-43E9-8A99-B857CA4887DE}" type="presParOf" srcId="{F6D6EB98-43D8-46F1-9DB0-C381D381AFB2}" destId="{D017AC15-732A-45F2-99C3-903403B5CFA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2DA7FA8-073C-41D8-BABD-B6D046A758E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E232FC0-AF22-43F4-AA21-05C8535009EC}">
      <dgm:prSet/>
      <dgm:spPr/>
      <dgm:t>
        <a:bodyPr/>
        <a:lstStyle/>
        <a:p>
          <a:r>
            <a:rPr lang="es-ES"/>
            <a:t>Tener un plan de respaldo y recuperación es vital para proteger los datos contra pérdidas o corrupción. Los métodos incluyen:</a:t>
          </a:r>
          <a:endParaRPr lang="en-US"/>
        </a:p>
      </dgm:t>
    </dgm:pt>
    <dgm:pt modelId="{34D0C2F9-C40F-4888-A046-1F0CFC3CC533}" type="parTrans" cxnId="{60D4AC5A-A15A-4FD5-856B-87C4FD9C0EFB}">
      <dgm:prSet/>
      <dgm:spPr/>
      <dgm:t>
        <a:bodyPr/>
        <a:lstStyle/>
        <a:p>
          <a:endParaRPr lang="en-US"/>
        </a:p>
      </dgm:t>
    </dgm:pt>
    <dgm:pt modelId="{681DC4A3-8628-4A27-80FF-E05F3B3E0612}" type="sibTrans" cxnId="{60D4AC5A-A15A-4FD5-856B-87C4FD9C0EFB}">
      <dgm:prSet/>
      <dgm:spPr/>
      <dgm:t>
        <a:bodyPr/>
        <a:lstStyle/>
        <a:p>
          <a:endParaRPr lang="en-US"/>
        </a:p>
      </dgm:t>
    </dgm:pt>
    <dgm:pt modelId="{61AAAE8B-CBDB-4BD6-BCE3-FEE5DD04E8E6}">
      <dgm:prSet/>
      <dgm:spPr/>
      <dgm:t>
        <a:bodyPr/>
        <a:lstStyle/>
        <a:p>
          <a:r>
            <a:rPr lang="es-EC" b="1"/>
            <a:t>Respaldos completos</a:t>
          </a:r>
          <a:endParaRPr lang="en-US"/>
        </a:p>
      </dgm:t>
    </dgm:pt>
    <dgm:pt modelId="{7758F7F0-35E3-4D7E-8DE8-AEB4BE3FAB8A}" type="parTrans" cxnId="{114B9208-3F3D-426D-B3B1-A19FCADAE10E}">
      <dgm:prSet/>
      <dgm:spPr/>
      <dgm:t>
        <a:bodyPr/>
        <a:lstStyle/>
        <a:p>
          <a:endParaRPr lang="en-US"/>
        </a:p>
      </dgm:t>
    </dgm:pt>
    <dgm:pt modelId="{832F0702-71F1-4135-89B5-25BAA73F4AC0}" type="sibTrans" cxnId="{114B9208-3F3D-426D-B3B1-A19FCADAE10E}">
      <dgm:prSet/>
      <dgm:spPr/>
      <dgm:t>
        <a:bodyPr/>
        <a:lstStyle/>
        <a:p>
          <a:endParaRPr lang="en-US"/>
        </a:p>
      </dgm:t>
    </dgm:pt>
    <dgm:pt modelId="{1E3A93EE-987C-4FB1-B0BC-66CA79A21CCF}">
      <dgm:prSet/>
      <dgm:spPr/>
      <dgm:t>
        <a:bodyPr/>
        <a:lstStyle/>
        <a:p>
          <a:r>
            <a:rPr lang="es-EC" b="1"/>
            <a:t>Respaldos incrementales</a:t>
          </a:r>
          <a:endParaRPr lang="en-US"/>
        </a:p>
      </dgm:t>
    </dgm:pt>
    <dgm:pt modelId="{45BC9B54-A12B-41D9-95DC-34B4A52DE085}" type="parTrans" cxnId="{3ACA24AD-D1B1-4787-AC00-A08416BE00DF}">
      <dgm:prSet/>
      <dgm:spPr/>
      <dgm:t>
        <a:bodyPr/>
        <a:lstStyle/>
        <a:p>
          <a:endParaRPr lang="en-US"/>
        </a:p>
      </dgm:t>
    </dgm:pt>
    <dgm:pt modelId="{41FD6D94-0AF8-4C3B-B748-0DB46561BAF3}" type="sibTrans" cxnId="{3ACA24AD-D1B1-4787-AC00-A08416BE00DF}">
      <dgm:prSet/>
      <dgm:spPr/>
      <dgm:t>
        <a:bodyPr/>
        <a:lstStyle/>
        <a:p>
          <a:endParaRPr lang="en-US"/>
        </a:p>
      </dgm:t>
    </dgm:pt>
    <dgm:pt modelId="{98E4202C-103D-46DE-A58A-44F9F93EBB9D}">
      <dgm:prSet/>
      <dgm:spPr/>
      <dgm:t>
        <a:bodyPr/>
        <a:lstStyle/>
        <a:p>
          <a:r>
            <a:rPr lang="es-EC" b="1"/>
            <a:t>Puntos de recuperación</a:t>
          </a:r>
          <a:endParaRPr lang="en-US"/>
        </a:p>
      </dgm:t>
    </dgm:pt>
    <dgm:pt modelId="{1714E277-0F81-435E-B486-CBCF49B1D84D}" type="parTrans" cxnId="{8ACECDBA-D082-4163-AA7E-A5553A819268}">
      <dgm:prSet/>
      <dgm:spPr/>
      <dgm:t>
        <a:bodyPr/>
        <a:lstStyle/>
        <a:p>
          <a:endParaRPr lang="en-US"/>
        </a:p>
      </dgm:t>
    </dgm:pt>
    <dgm:pt modelId="{673B547C-1219-4800-A153-C70082A4246D}" type="sibTrans" cxnId="{8ACECDBA-D082-4163-AA7E-A5553A819268}">
      <dgm:prSet/>
      <dgm:spPr/>
      <dgm:t>
        <a:bodyPr/>
        <a:lstStyle/>
        <a:p>
          <a:endParaRPr lang="en-US"/>
        </a:p>
      </dgm:t>
    </dgm:pt>
    <dgm:pt modelId="{7C18CF45-BBE5-4B79-A9A7-E6931283C1FB}" type="pres">
      <dgm:prSet presAssocID="{22DA7FA8-073C-41D8-BABD-B6D046A758E9}" presName="root" presStyleCnt="0">
        <dgm:presLayoutVars>
          <dgm:dir/>
          <dgm:resizeHandles val="exact"/>
        </dgm:presLayoutVars>
      </dgm:prSet>
      <dgm:spPr/>
    </dgm:pt>
    <dgm:pt modelId="{2A55EFF8-509A-482A-BE89-ABA2FA0E6BB3}" type="pres">
      <dgm:prSet presAssocID="{6E232FC0-AF22-43F4-AA21-05C8535009EC}" presName="compNode" presStyleCnt="0"/>
      <dgm:spPr/>
    </dgm:pt>
    <dgm:pt modelId="{8E2F8B8D-8940-4F9E-A5A8-4A80378A54AE}" type="pres">
      <dgm:prSet presAssocID="{6E232FC0-AF22-43F4-AA21-05C8535009EC}" presName="bgRect" presStyleLbl="bgShp" presStyleIdx="0" presStyleCnt="4"/>
      <dgm:spPr/>
    </dgm:pt>
    <dgm:pt modelId="{65FA0B79-957F-446F-9444-D0339C6662AE}" type="pres">
      <dgm:prSet presAssocID="{6E232FC0-AF22-43F4-AA21-05C8535009E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3684938E-0358-4486-8A4F-23F7BE9DAD9C}" type="pres">
      <dgm:prSet presAssocID="{6E232FC0-AF22-43F4-AA21-05C8535009EC}" presName="spaceRect" presStyleCnt="0"/>
      <dgm:spPr/>
    </dgm:pt>
    <dgm:pt modelId="{EA1FF906-CBE7-452D-AB75-291338F14B16}" type="pres">
      <dgm:prSet presAssocID="{6E232FC0-AF22-43F4-AA21-05C8535009EC}" presName="parTx" presStyleLbl="revTx" presStyleIdx="0" presStyleCnt="4">
        <dgm:presLayoutVars>
          <dgm:chMax val="0"/>
          <dgm:chPref val="0"/>
        </dgm:presLayoutVars>
      </dgm:prSet>
      <dgm:spPr/>
    </dgm:pt>
    <dgm:pt modelId="{BF2C991F-A9D9-4339-90B1-84AB62EF3A49}" type="pres">
      <dgm:prSet presAssocID="{681DC4A3-8628-4A27-80FF-E05F3B3E0612}" presName="sibTrans" presStyleCnt="0"/>
      <dgm:spPr/>
    </dgm:pt>
    <dgm:pt modelId="{3D0103C4-9AFA-4F74-A73C-E320C9C5D0CB}" type="pres">
      <dgm:prSet presAssocID="{61AAAE8B-CBDB-4BD6-BCE3-FEE5DD04E8E6}" presName="compNode" presStyleCnt="0"/>
      <dgm:spPr/>
    </dgm:pt>
    <dgm:pt modelId="{B415430B-9AAE-49C9-AC78-CF593F011F01}" type="pres">
      <dgm:prSet presAssocID="{61AAAE8B-CBDB-4BD6-BCE3-FEE5DD04E8E6}" presName="bgRect" presStyleLbl="bgShp" presStyleIdx="1" presStyleCnt="4"/>
      <dgm:spPr/>
    </dgm:pt>
    <dgm:pt modelId="{F8C2231A-71DD-4466-B152-A91849D56A61}" type="pres">
      <dgm:prSet presAssocID="{61AAAE8B-CBDB-4BD6-BCE3-FEE5DD04E8E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BBD6FB35-4C16-4B11-B2BC-AEA4D3F55403}" type="pres">
      <dgm:prSet presAssocID="{61AAAE8B-CBDB-4BD6-BCE3-FEE5DD04E8E6}" presName="spaceRect" presStyleCnt="0"/>
      <dgm:spPr/>
    </dgm:pt>
    <dgm:pt modelId="{27244523-DB83-43EA-B0B2-578A3CA189E4}" type="pres">
      <dgm:prSet presAssocID="{61AAAE8B-CBDB-4BD6-BCE3-FEE5DD04E8E6}" presName="parTx" presStyleLbl="revTx" presStyleIdx="1" presStyleCnt="4">
        <dgm:presLayoutVars>
          <dgm:chMax val="0"/>
          <dgm:chPref val="0"/>
        </dgm:presLayoutVars>
      </dgm:prSet>
      <dgm:spPr/>
    </dgm:pt>
    <dgm:pt modelId="{549A76F1-63FE-48F5-8B1F-1D4D386B20C2}" type="pres">
      <dgm:prSet presAssocID="{832F0702-71F1-4135-89B5-25BAA73F4AC0}" presName="sibTrans" presStyleCnt="0"/>
      <dgm:spPr/>
    </dgm:pt>
    <dgm:pt modelId="{6960336A-8C26-4B17-AA65-0A42C2AE6F03}" type="pres">
      <dgm:prSet presAssocID="{1E3A93EE-987C-4FB1-B0BC-66CA79A21CCF}" presName="compNode" presStyleCnt="0"/>
      <dgm:spPr/>
    </dgm:pt>
    <dgm:pt modelId="{9618640F-04DE-466D-A1EC-549DE745E4E5}" type="pres">
      <dgm:prSet presAssocID="{1E3A93EE-987C-4FB1-B0BC-66CA79A21CCF}" presName="bgRect" presStyleLbl="bgShp" presStyleIdx="2" presStyleCnt="4"/>
      <dgm:spPr/>
    </dgm:pt>
    <dgm:pt modelId="{055B5CFE-7989-444B-840B-53133CBA4F73}" type="pres">
      <dgm:prSet presAssocID="{1E3A93EE-987C-4FB1-B0BC-66CA79A21CC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F0FA5E30-413C-4151-B676-67C5589AC7E7}" type="pres">
      <dgm:prSet presAssocID="{1E3A93EE-987C-4FB1-B0BC-66CA79A21CCF}" presName="spaceRect" presStyleCnt="0"/>
      <dgm:spPr/>
    </dgm:pt>
    <dgm:pt modelId="{5998ABDF-7DFD-4F59-AD17-F5D7561B2A8F}" type="pres">
      <dgm:prSet presAssocID="{1E3A93EE-987C-4FB1-B0BC-66CA79A21CCF}" presName="parTx" presStyleLbl="revTx" presStyleIdx="2" presStyleCnt="4">
        <dgm:presLayoutVars>
          <dgm:chMax val="0"/>
          <dgm:chPref val="0"/>
        </dgm:presLayoutVars>
      </dgm:prSet>
      <dgm:spPr/>
    </dgm:pt>
    <dgm:pt modelId="{F35CB2D3-2AF1-44B6-A83D-C3D7852C4F9B}" type="pres">
      <dgm:prSet presAssocID="{41FD6D94-0AF8-4C3B-B748-0DB46561BAF3}" presName="sibTrans" presStyleCnt="0"/>
      <dgm:spPr/>
    </dgm:pt>
    <dgm:pt modelId="{256E2663-F2ED-4C00-B8C4-98AB336BA17B}" type="pres">
      <dgm:prSet presAssocID="{98E4202C-103D-46DE-A58A-44F9F93EBB9D}" presName="compNode" presStyleCnt="0"/>
      <dgm:spPr/>
    </dgm:pt>
    <dgm:pt modelId="{AEEB3893-6345-47E7-8371-BA3D65045C63}" type="pres">
      <dgm:prSet presAssocID="{98E4202C-103D-46DE-A58A-44F9F93EBB9D}" presName="bgRect" presStyleLbl="bgShp" presStyleIdx="3" presStyleCnt="4"/>
      <dgm:spPr/>
    </dgm:pt>
    <dgm:pt modelId="{EE3936B9-1599-44D7-BD37-A662A340637C}" type="pres">
      <dgm:prSet presAssocID="{98E4202C-103D-46DE-A58A-44F9F93EBB9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jeras"/>
        </a:ext>
      </dgm:extLst>
    </dgm:pt>
    <dgm:pt modelId="{F01F5CDB-EB0D-43F1-AA3B-472E3230065A}" type="pres">
      <dgm:prSet presAssocID="{98E4202C-103D-46DE-A58A-44F9F93EBB9D}" presName="spaceRect" presStyleCnt="0"/>
      <dgm:spPr/>
    </dgm:pt>
    <dgm:pt modelId="{6AC40910-FE42-4FF8-B97C-D3FDC75CDC17}" type="pres">
      <dgm:prSet presAssocID="{98E4202C-103D-46DE-A58A-44F9F93EBB9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A045300-9F42-45CF-8071-D5345D127CA9}" type="presOf" srcId="{98E4202C-103D-46DE-A58A-44F9F93EBB9D}" destId="{6AC40910-FE42-4FF8-B97C-D3FDC75CDC17}" srcOrd="0" destOrd="0" presId="urn:microsoft.com/office/officeart/2018/2/layout/IconVerticalSolidList"/>
    <dgm:cxn modelId="{114B9208-3F3D-426D-B3B1-A19FCADAE10E}" srcId="{22DA7FA8-073C-41D8-BABD-B6D046A758E9}" destId="{61AAAE8B-CBDB-4BD6-BCE3-FEE5DD04E8E6}" srcOrd="1" destOrd="0" parTransId="{7758F7F0-35E3-4D7E-8DE8-AEB4BE3FAB8A}" sibTransId="{832F0702-71F1-4135-89B5-25BAA73F4AC0}"/>
    <dgm:cxn modelId="{86EEBB4F-C6D8-4724-ABE9-CC24885764DD}" type="presOf" srcId="{6E232FC0-AF22-43F4-AA21-05C8535009EC}" destId="{EA1FF906-CBE7-452D-AB75-291338F14B16}" srcOrd="0" destOrd="0" presId="urn:microsoft.com/office/officeart/2018/2/layout/IconVerticalSolidList"/>
    <dgm:cxn modelId="{60D4AC5A-A15A-4FD5-856B-87C4FD9C0EFB}" srcId="{22DA7FA8-073C-41D8-BABD-B6D046A758E9}" destId="{6E232FC0-AF22-43F4-AA21-05C8535009EC}" srcOrd="0" destOrd="0" parTransId="{34D0C2F9-C40F-4888-A046-1F0CFC3CC533}" sibTransId="{681DC4A3-8628-4A27-80FF-E05F3B3E0612}"/>
    <dgm:cxn modelId="{09049897-4FB4-4261-93B8-73B7C5510453}" type="presOf" srcId="{22DA7FA8-073C-41D8-BABD-B6D046A758E9}" destId="{7C18CF45-BBE5-4B79-A9A7-E6931283C1FB}" srcOrd="0" destOrd="0" presId="urn:microsoft.com/office/officeart/2018/2/layout/IconVerticalSolidList"/>
    <dgm:cxn modelId="{C0A4B8A5-94E9-4FB4-892E-7C835F3D608F}" type="presOf" srcId="{61AAAE8B-CBDB-4BD6-BCE3-FEE5DD04E8E6}" destId="{27244523-DB83-43EA-B0B2-578A3CA189E4}" srcOrd="0" destOrd="0" presId="urn:microsoft.com/office/officeart/2018/2/layout/IconVerticalSolidList"/>
    <dgm:cxn modelId="{3ACA24AD-D1B1-4787-AC00-A08416BE00DF}" srcId="{22DA7FA8-073C-41D8-BABD-B6D046A758E9}" destId="{1E3A93EE-987C-4FB1-B0BC-66CA79A21CCF}" srcOrd="2" destOrd="0" parTransId="{45BC9B54-A12B-41D9-95DC-34B4A52DE085}" sibTransId="{41FD6D94-0AF8-4C3B-B748-0DB46561BAF3}"/>
    <dgm:cxn modelId="{8ACECDBA-D082-4163-AA7E-A5553A819268}" srcId="{22DA7FA8-073C-41D8-BABD-B6D046A758E9}" destId="{98E4202C-103D-46DE-A58A-44F9F93EBB9D}" srcOrd="3" destOrd="0" parTransId="{1714E277-0F81-435E-B486-CBCF49B1D84D}" sibTransId="{673B547C-1219-4800-A153-C70082A4246D}"/>
    <dgm:cxn modelId="{755056DA-DEE4-4D3E-8E97-ED7905E8CEAB}" type="presOf" srcId="{1E3A93EE-987C-4FB1-B0BC-66CA79A21CCF}" destId="{5998ABDF-7DFD-4F59-AD17-F5D7561B2A8F}" srcOrd="0" destOrd="0" presId="urn:microsoft.com/office/officeart/2018/2/layout/IconVerticalSolidList"/>
    <dgm:cxn modelId="{1D49991F-7E57-46BB-84B1-DD8801166CBC}" type="presParOf" srcId="{7C18CF45-BBE5-4B79-A9A7-E6931283C1FB}" destId="{2A55EFF8-509A-482A-BE89-ABA2FA0E6BB3}" srcOrd="0" destOrd="0" presId="urn:microsoft.com/office/officeart/2018/2/layout/IconVerticalSolidList"/>
    <dgm:cxn modelId="{B439642A-60E9-46D0-862A-20ECCABB2AE5}" type="presParOf" srcId="{2A55EFF8-509A-482A-BE89-ABA2FA0E6BB3}" destId="{8E2F8B8D-8940-4F9E-A5A8-4A80378A54AE}" srcOrd="0" destOrd="0" presId="urn:microsoft.com/office/officeart/2018/2/layout/IconVerticalSolidList"/>
    <dgm:cxn modelId="{A1CB21F0-D078-4BB5-9A0D-EEB303E835C0}" type="presParOf" srcId="{2A55EFF8-509A-482A-BE89-ABA2FA0E6BB3}" destId="{65FA0B79-957F-446F-9444-D0339C6662AE}" srcOrd="1" destOrd="0" presId="urn:microsoft.com/office/officeart/2018/2/layout/IconVerticalSolidList"/>
    <dgm:cxn modelId="{297A1976-F60F-4DF5-8067-163202F57B61}" type="presParOf" srcId="{2A55EFF8-509A-482A-BE89-ABA2FA0E6BB3}" destId="{3684938E-0358-4486-8A4F-23F7BE9DAD9C}" srcOrd="2" destOrd="0" presId="urn:microsoft.com/office/officeart/2018/2/layout/IconVerticalSolidList"/>
    <dgm:cxn modelId="{88BE65B6-94F4-437C-A4CB-EEDD478D7A61}" type="presParOf" srcId="{2A55EFF8-509A-482A-BE89-ABA2FA0E6BB3}" destId="{EA1FF906-CBE7-452D-AB75-291338F14B16}" srcOrd="3" destOrd="0" presId="urn:microsoft.com/office/officeart/2018/2/layout/IconVerticalSolidList"/>
    <dgm:cxn modelId="{21BFAE4F-3367-4D07-A203-CA1F7246D7EB}" type="presParOf" srcId="{7C18CF45-BBE5-4B79-A9A7-E6931283C1FB}" destId="{BF2C991F-A9D9-4339-90B1-84AB62EF3A49}" srcOrd="1" destOrd="0" presId="urn:microsoft.com/office/officeart/2018/2/layout/IconVerticalSolidList"/>
    <dgm:cxn modelId="{8E3368D8-C6AE-41D5-9BF7-6F523556CFD5}" type="presParOf" srcId="{7C18CF45-BBE5-4B79-A9A7-E6931283C1FB}" destId="{3D0103C4-9AFA-4F74-A73C-E320C9C5D0CB}" srcOrd="2" destOrd="0" presId="urn:microsoft.com/office/officeart/2018/2/layout/IconVerticalSolidList"/>
    <dgm:cxn modelId="{2D9E6D8D-D837-454D-A86E-511A30BB086E}" type="presParOf" srcId="{3D0103C4-9AFA-4F74-A73C-E320C9C5D0CB}" destId="{B415430B-9AAE-49C9-AC78-CF593F011F01}" srcOrd="0" destOrd="0" presId="urn:microsoft.com/office/officeart/2018/2/layout/IconVerticalSolidList"/>
    <dgm:cxn modelId="{4455F842-83A6-451B-856F-1D8647757117}" type="presParOf" srcId="{3D0103C4-9AFA-4F74-A73C-E320C9C5D0CB}" destId="{F8C2231A-71DD-4466-B152-A91849D56A61}" srcOrd="1" destOrd="0" presId="urn:microsoft.com/office/officeart/2018/2/layout/IconVerticalSolidList"/>
    <dgm:cxn modelId="{3A59B120-B1E8-49B2-A2FE-BEC88F37963B}" type="presParOf" srcId="{3D0103C4-9AFA-4F74-A73C-E320C9C5D0CB}" destId="{BBD6FB35-4C16-4B11-B2BC-AEA4D3F55403}" srcOrd="2" destOrd="0" presId="urn:microsoft.com/office/officeart/2018/2/layout/IconVerticalSolidList"/>
    <dgm:cxn modelId="{DB4D01DE-B9E1-456B-9023-7ADB5607D64C}" type="presParOf" srcId="{3D0103C4-9AFA-4F74-A73C-E320C9C5D0CB}" destId="{27244523-DB83-43EA-B0B2-578A3CA189E4}" srcOrd="3" destOrd="0" presId="urn:microsoft.com/office/officeart/2018/2/layout/IconVerticalSolidList"/>
    <dgm:cxn modelId="{8B2B9315-A9B5-4C35-AA94-BE163269DAC5}" type="presParOf" srcId="{7C18CF45-BBE5-4B79-A9A7-E6931283C1FB}" destId="{549A76F1-63FE-48F5-8B1F-1D4D386B20C2}" srcOrd="3" destOrd="0" presId="urn:microsoft.com/office/officeart/2018/2/layout/IconVerticalSolidList"/>
    <dgm:cxn modelId="{682D335D-EA66-423F-9DB2-F9497FCE1640}" type="presParOf" srcId="{7C18CF45-BBE5-4B79-A9A7-E6931283C1FB}" destId="{6960336A-8C26-4B17-AA65-0A42C2AE6F03}" srcOrd="4" destOrd="0" presId="urn:microsoft.com/office/officeart/2018/2/layout/IconVerticalSolidList"/>
    <dgm:cxn modelId="{31592B14-B9D3-4720-9378-5E68741764A4}" type="presParOf" srcId="{6960336A-8C26-4B17-AA65-0A42C2AE6F03}" destId="{9618640F-04DE-466D-A1EC-549DE745E4E5}" srcOrd="0" destOrd="0" presId="urn:microsoft.com/office/officeart/2018/2/layout/IconVerticalSolidList"/>
    <dgm:cxn modelId="{91739FAF-5A70-43DA-B6B8-1AF5F1D8B0E0}" type="presParOf" srcId="{6960336A-8C26-4B17-AA65-0A42C2AE6F03}" destId="{055B5CFE-7989-444B-840B-53133CBA4F73}" srcOrd="1" destOrd="0" presId="urn:microsoft.com/office/officeart/2018/2/layout/IconVerticalSolidList"/>
    <dgm:cxn modelId="{E207C4C8-2C39-4C99-AFB6-92090D4F0D70}" type="presParOf" srcId="{6960336A-8C26-4B17-AA65-0A42C2AE6F03}" destId="{F0FA5E30-413C-4151-B676-67C5589AC7E7}" srcOrd="2" destOrd="0" presId="urn:microsoft.com/office/officeart/2018/2/layout/IconVerticalSolidList"/>
    <dgm:cxn modelId="{63DFE528-A39F-42CA-8259-3DF410CACD0B}" type="presParOf" srcId="{6960336A-8C26-4B17-AA65-0A42C2AE6F03}" destId="{5998ABDF-7DFD-4F59-AD17-F5D7561B2A8F}" srcOrd="3" destOrd="0" presId="urn:microsoft.com/office/officeart/2018/2/layout/IconVerticalSolidList"/>
    <dgm:cxn modelId="{67EF1B0B-AD10-4403-B1E0-45FE29E35BD6}" type="presParOf" srcId="{7C18CF45-BBE5-4B79-A9A7-E6931283C1FB}" destId="{F35CB2D3-2AF1-44B6-A83D-C3D7852C4F9B}" srcOrd="5" destOrd="0" presId="urn:microsoft.com/office/officeart/2018/2/layout/IconVerticalSolidList"/>
    <dgm:cxn modelId="{2BFE4245-72B9-499F-8F57-13E7E67FB2E6}" type="presParOf" srcId="{7C18CF45-BBE5-4B79-A9A7-E6931283C1FB}" destId="{256E2663-F2ED-4C00-B8C4-98AB336BA17B}" srcOrd="6" destOrd="0" presId="urn:microsoft.com/office/officeart/2018/2/layout/IconVerticalSolidList"/>
    <dgm:cxn modelId="{3AD8C438-9BFF-4B0F-9019-AD2DF001D59A}" type="presParOf" srcId="{256E2663-F2ED-4C00-B8C4-98AB336BA17B}" destId="{AEEB3893-6345-47E7-8371-BA3D65045C63}" srcOrd="0" destOrd="0" presId="urn:microsoft.com/office/officeart/2018/2/layout/IconVerticalSolidList"/>
    <dgm:cxn modelId="{C853D3B9-C590-45FA-B53E-F7E156EA3F1D}" type="presParOf" srcId="{256E2663-F2ED-4C00-B8C4-98AB336BA17B}" destId="{EE3936B9-1599-44D7-BD37-A662A340637C}" srcOrd="1" destOrd="0" presId="urn:microsoft.com/office/officeart/2018/2/layout/IconVerticalSolidList"/>
    <dgm:cxn modelId="{BC05054F-2B92-4BC1-A5FB-A37C2B974741}" type="presParOf" srcId="{256E2663-F2ED-4C00-B8C4-98AB336BA17B}" destId="{F01F5CDB-EB0D-43F1-AA3B-472E3230065A}" srcOrd="2" destOrd="0" presId="urn:microsoft.com/office/officeart/2018/2/layout/IconVerticalSolidList"/>
    <dgm:cxn modelId="{F689EA87-5816-4350-9A6A-67B1F22C04BD}" type="presParOf" srcId="{256E2663-F2ED-4C00-B8C4-98AB336BA17B}" destId="{6AC40910-FE42-4FF8-B97C-D3FDC75CDC1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4B3BC66-BEC9-4C60-A7D2-3682DD91347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49562DF-5F75-498F-802B-F7EF2A655B3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/>
            <a:t>Hacer una copia de seguridad de toda la base de datos periódicamente para asegurar que se puede recuperar todo el sistema en caso de fallo.</a:t>
          </a:r>
          <a:endParaRPr lang="en-US"/>
        </a:p>
      </dgm:t>
    </dgm:pt>
    <dgm:pt modelId="{D8ECE9D7-CF39-4C75-A17D-ACE33BA6D6C0}" type="parTrans" cxnId="{FD34ED55-4119-44F1-B995-26AEAF3B2B45}">
      <dgm:prSet/>
      <dgm:spPr/>
      <dgm:t>
        <a:bodyPr/>
        <a:lstStyle/>
        <a:p>
          <a:endParaRPr lang="en-US"/>
        </a:p>
      </dgm:t>
    </dgm:pt>
    <dgm:pt modelId="{D9C67FA9-29D0-4685-AC86-42D4FAD38A5C}" type="sibTrans" cxnId="{FD34ED55-4119-44F1-B995-26AEAF3B2B45}">
      <dgm:prSet/>
      <dgm:spPr/>
      <dgm:t>
        <a:bodyPr/>
        <a:lstStyle/>
        <a:p>
          <a:endParaRPr lang="en-US"/>
        </a:p>
      </dgm:t>
    </dgm:pt>
    <dgm:pt modelId="{1EACA84B-539F-4CAA-8353-B9D8996B3BB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b="1"/>
            <a:t>Ejemplo</a:t>
          </a:r>
          <a:r>
            <a:rPr lang="es-ES"/>
            <a:t>: Realizar un respaldo completo semanal de la base de datos corporativa.</a:t>
          </a:r>
          <a:endParaRPr lang="en-US"/>
        </a:p>
      </dgm:t>
    </dgm:pt>
    <dgm:pt modelId="{E52041EE-88BE-42C7-B74D-32F26B28B561}" type="parTrans" cxnId="{EA00C125-7F80-40DE-B9D9-92502BD50B4A}">
      <dgm:prSet/>
      <dgm:spPr/>
      <dgm:t>
        <a:bodyPr/>
        <a:lstStyle/>
        <a:p>
          <a:endParaRPr lang="en-US"/>
        </a:p>
      </dgm:t>
    </dgm:pt>
    <dgm:pt modelId="{9E53D9C9-12E4-47DD-BB59-79F7B2152A77}" type="sibTrans" cxnId="{EA00C125-7F80-40DE-B9D9-92502BD50B4A}">
      <dgm:prSet/>
      <dgm:spPr/>
      <dgm:t>
        <a:bodyPr/>
        <a:lstStyle/>
        <a:p>
          <a:endParaRPr lang="en-US"/>
        </a:p>
      </dgm:t>
    </dgm:pt>
    <dgm:pt modelId="{1D7B4B04-EE9C-4DC7-B35F-53AFA37E1A65}" type="pres">
      <dgm:prSet presAssocID="{04B3BC66-BEC9-4C60-A7D2-3682DD913477}" presName="root" presStyleCnt="0">
        <dgm:presLayoutVars>
          <dgm:dir/>
          <dgm:resizeHandles val="exact"/>
        </dgm:presLayoutVars>
      </dgm:prSet>
      <dgm:spPr/>
    </dgm:pt>
    <dgm:pt modelId="{36F239D0-D8CF-4ADA-8A03-5C91567D3E76}" type="pres">
      <dgm:prSet presAssocID="{349562DF-5F75-498F-802B-F7EF2A655B3A}" presName="compNode" presStyleCnt="0"/>
      <dgm:spPr/>
    </dgm:pt>
    <dgm:pt modelId="{EDEEB427-9BB1-4F70-93A5-15055454EF74}" type="pres">
      <dgm:prSet presAssocID="{349562DF-5F75-498F-802B-F7EF2A655B3A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2B5EF889-DC2D-4F53-BFAA-CED3742BFD97}" type="pres">
      <dgm:prSet presAssocID="{349562DF-5F75-498F-802B-F7EF2A655B3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ituradora de papel"/>
        </a:ext>
      </dgm:extLst>
    </dgm:pt>
    <dgm:pt modelId="{D8B7112E-A513-4C5A-A275-9D02DA4BC1EA}" type="pres">
      <dgm:prSet presAssocID="{349562DF-5F75-498F-802B-F7EF2A655B3A}" presName="spaceRect" presStyleCnt="0"/>
      <dgm:spPr/>
    </dgm:pt>
    <dgm:pt modelId="{114EDAD0-51B8-4B69-A0D8-A023E3845260}" type="pres">
      <dgm:prSet presAssocID="{349562DF-5F75-498F-802B-F7EF2A655B3A}" presName="textRect" presStyleLbl="revTx" presStyleIdx="0" presStyleCnt="2">
        <dgm:presLayoutVars>
          <dgm:chMax val="1"/>
          <dgm:chPref val="1"/>
        </dgm:presLayoutVars>
      </dgm:prSet>
      <dgm:spPr/>
    </dgm:pt>
    <dgm:pt modelId="{077C02FB-69BF-4124-87C2-D56A2AA36300}" type="pres">
      <dgm:prSet presAssocID="{D9C67FA9-29D0-4685-AC86-42D4FAD38A5C}" presName="sibTrans" presStyleCnt="0"/>
      <dgm:spPr/>
    </dgm:pt>
    <dgm:pt modelId="{D6D0F4CB-F5CC-41B4-9371-D47E7285E51C}" type="pres">
      <dgm:prSet presAssocID="{1EACA84B-539F-4CAA-8353-B9D8996B3BB3}" presName="compNode" presStyleCnt="0"/>
      <dgm:spPr/>
    </dgm:pt>
    <dgm:pt modelId="{4DEC172F-53A8-4513-B6E0-1606C9652CCD}" type="pres">
      <dgm:prSet presAssocID="{1EACA84B-539F-4CAA-8353-B9D8996B3BB3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3B31CBC5-E40C-409D-AFF4-D428D89F2D15}" type="pres">
      <dgm:prSet presAssocID="{1EACA84B-539F-4CAA-8353-B9D8996B3BB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61BC359A-CBAA-4494-A663-5459384EDD94}" type="pres">
      <dgm:prSet presAssocID="{1EACA84B-539F-4CAA-8353-B9D8996B3BB3}" presName="spaceRect" presStyleCnt="0"/>
      <dgm:spPr/>
    </dgm:pt>
    <dgm:pt modelId="{D58A22D2-0E95-48D6-B440-1F76C27BAB55}" type="pres">
      <dgm:prSet presAssocID="{1EACA84B-539F-4CAA-8353-B9D8996B3BB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A00C125-7F80-40DE-B9D9-92502BD50B4A}" srcId="{04B3BC66-BEC9-4C60-A7D2-3682DD913477}" destId="{1EACA84B-539F-4CAA-8353-B9D8996B3BB3}" srcOrd="1" destOrd="0" parTransId="{E52041EE-88BE-42C7-B74D-32F26B28B561}" sibTransId="{9E53D9C9-12E4-47DD-BB59-79F7B2152A77}"/>
    <dgm:cxn modelId="{9F4AAE73-A032-4E74-8BC0-4688D2484B50}" type="presOf" srcId="{349562DF-5F75-498F-802B-F7EF2A655B3A}" destId="{114EDAD0-51B8-4B69-A0D8-A023E3845260}" srcOrd="0" destOrd="0" presId="urn:microsoft.com/office/officeart/2018/5/layout/IconLeafLabelList"/>
    <dgm:cxn modelId="{FD34ED55-4119-44F1-B995-26AEAF3B2B45}" srcId="{04B3BC66-BEC9-4C60-A7D2-3682DD913477}" destId="{349562DF-5F75-498F-802B-F7EF2A655B3A}" srcOrd="0" destOrd="0" parTransId="{D8ECE9D7-CF39-4C75-A17D-ACE33BA6D6C0}" sibTransId="{D9C67FA9-29D0-4685-AC86-42D4FAD38A5C}"/>
    <dgm:cxn modelId="{F99913A5-0E4C-498E-B0A5-91C0CC7AC69A}" type="presOf" srcId="{1EACA84B-539F-4CAA-8353-B9D8996B3BB3}" destId="{D58A22D2-0E95-48D6-B440-1F76C27BAB55}" srcOrd="0" destOrd="0" presId="urn:microsoft.com/office/officeart/2018/5/layout/IconLeafLabelList"/>
    <dgm:cxn modelId="{4AA260BD-C1B0-4B92-9F16-C2F7DC3084F5}" type="presOf" srcId="{04B3BC66-BEC9-4C60-A7D2-3682DD913477}" destId="{1D7B4B04-EE9C-4DC7-B35F-53AFA37E1A65}" srcOrd="0" destOrd="0" presId="urn:microsoft.com/office/officeart/2018/5/layout/IconLeafLabelList"/>
    <dgm:cxn modelId="{4880DFA6-4022-40E3-BCD6-ABAAC2E7C86F}" type="presParOf" srcId="{1D7B4B04-EE9C-4DC7-B35F-53AFA37E1A65}" destId="{36F239D0-D8CF-4ADA-8A03-5C91567D3E76}" srcOrd="0" destOrd="0" presId="urn:microsoft.com/office/officeart/2018/5/layout/IconLeafLabelList"/>
    <dgm:cxn modelId="{2BA65164-941E-4171-81C6-E2860A23498D}" type="presParOf" srcId="{36F239D0-D8CF-4ADA-8A03-5C91567D3E76}" destId="{EDEEB427-9BB1-4F70-93A5-15055454EF74}" srcOrd="0" destOrd="0" presId="urn:microsoft.com/office/officeart/2018/5/layout/IconLeafLabelList"/>
    <dgm:cxn modelId="{7DFF5546-60E9-448F-A5D3-97FBABA1D1CE}" type="presParOf" srcId="{36F239D0-D8CF-4ADA-8A03-5C91567D3E76}" destId="{2B5EF889-DC2D-4F53-BFAA-CED3742BFD97}" srcOrd="1" destOrd="0" presId="urn:microsoft.com/office/officeart/2018/5/layout/IconLeafLabelList"/>
    <dgm:cxn modelId="{34934D86-F8BD-48C3-82A7-7F1FA8065AAF}" type="presParOf" srcId="{36F239D0-D8CF-4ADA-8A03-5C91567D3E76}" destId="{D8B7112E-A513-4C5A-A275-9D02DA4BC1EA}" srcOrd="2" destOrd="0" presId="urn:microsoft.com/office/officeart/2018/5/layout/IconLeafLabelList"/>
    <dgm:cxn modelId="{B8C09CDB-9BB0-452E-996C-9DFD8DF46D2B}" type="presParOf" srcId="{36F239D0-D8CF-4ADA-8A03-5C91567D3E76}" destId="{114EDAD0-51B8-4B69-A0D8-A023E3845260}" srcOrd="3" destOrd="0" presId="urn:microsoft.com/office/officeart/2018/5/layout/IconLeafLabelList"/>
    <dgm:cxn modelId="{8B26382C-88E0-41EB-8C96-254B61E85D59}" type="presParOf" srcId="{1D7B4B04-EE9C-4DC7-B35F-53AFA37E1A65}" destId="{077C02FB-69BF-4124-87C2-D56A2AA36300}" srcOrd="1" destOrd="0" presId="urn:microsoft.com/office/officeart/2018/5/layout/IconLeafLabelList"/>
    <dgm:cxn modelId="{525A495F-6ADC-43D4-A347-8FFD36B31D36}" type="presParOf" srcId="{1D7B4B04-EE9C-4DC7-B35F-53AFA37E1A65}" destId="{D6D0F4CB-F5CC-41B4-9371-D47E7285E51C}" srcOrd="2" destOrd="0" presId="urn:microsoft.com/office/officeart/2018/5/layout/IconLeafLabelList"/>
    <dgm:cxn modelId="{0DA6839F-52A7-4C1E-BDAB-5F58257F7141}" type="presParOf" srcId="{D6D0F4CB-F5CC-41B4-9371-D47E7285E51C}" destId="{4DEC172F-53A8-4513-B6E0-1606C9652CCD}" srcOrd="0" destOrd="0" presId="urn:microsoft.com/office/officeart/2018/5/layout/IconLeafLabelList"/>
    <dgm:cxn modelId="{8CA3C183-4141-4EA3-A2A9-B7046D0A51FD}" type="presParOf" srcId="{D6D0F4CB-F5CC-41B4-9371-D47E7285E51C}" destId="{3B31CBC5-E40C-409D-AFF4-D428D89F2D15}" srcOrd="1" destOrd="0" presId="urn:microsoft.com/office/officeart/2018/5/layout/IconLeafLabelList"/>
    <dgm:cxn modelId="{3964839A-D974-46A6-9534-1F932F183F12}" type="presParOf" srcId="{D6D0F4CB-F5CC-41B4-9371-D47E7285E51C}" destId="{61BC359A-CBAA-4494-A663-5459384EDD94}" srcOrd="2" destOrd="0" presId="urn:microsoft.com/office/officeart/2018/5/layout/IconLeafLabelList"/>
    <dgm:cxn modelId="{B0288A40-E0BB-4614-A641-64971295FB47}" type="presParOf" srcId="{D6D0F4CB-F5CC-41B4-9371-D47E7285E51C}" destId="{D58A22D2-0E95-48D6-B440-1F76C27BAB5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0284D2B-6EDF-4589-8982-AB085AD783A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D9F9AE0-01BC-48BD-B120-715B36F33CC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/>
            <a:t>Guardar solo los cambios realizados desde el último respaldo completo, lo que ahorra tiempo y espacio de almacenamiento.</a:t>
          </a:r>
          <a:endParaRPr lang="en-US"/>
        </a:p>
      </dgm:t>
    </dgm:pt>
    <dgm:pt modelId="{31D986E0-CEF5-4997-B0FE-256C9FF5B6A2}" type="parTrans" cxnId="{0A43B753-9ABE-4BE5-909B-6C42C117816B}">
      <dgm:prSet/>
      <dgm:spPr/>
      <dgm:t>
        <a:bodyPr/>
        <a:lstStyle/>
        <a:p>
          <a:endParaRPr lang="en-US"/>
        </a:p>
      </dgm:t>
    </dgm:pt>
    <dgm:pt modelId="{2ABAC4CC-9466-489C-A408-3333E003B278}" type="sibTrans" cxnId="{0A43B753-9ABE-4BE5-909B-6C42C117816B}">
      <dgm:prSet/>
      <dgm:spPr/>
      <dgm:t>
        <a:bodyPr/>
        <a:lstStyle/>
        <a:p>
          <a:endParaRPr lang="en-US"/>
        </a:p>
      </dgm:t>
    </dgm:pt>
    <dgm:pt modelId="{54723275-F477-40C6-B7EB-D7F7796C96A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b="1"/>
            <a:t>Ejemplo</a:t>
          </a:r>
          <a:r>
            <a:rPr lang="es-ES"/>
            <a:t>: Realizar respaldos incrementales diarios para capturar solo los cambios recientes.</a:t>
          </a:r>
          <a:endParaRPr lang="en-US"/>
        </a:p>
      </dgm:t>
    </dgm:pt>
    <dgm:pt modelId="{FD0A05E5-F7BB-4A55-9A37-7A0EE1B607F3}" type="parTrans" cxnId="{51125D7F-1F64-4BA9-911C-2CD6F8DAD61B}">
      <dgm:prSet/>
      <dgm:spPr/>
      <dgm:t>
        <a:bodyPr/>
        <a:lstStyle/>
        <a:p>
          <a:endParaRPr lang="en-US"/>
        </a:p>
      </dgm:t>
    </dgm:pt>
    <dgm:pt modelId="{595200BF-7B7B-431E-BCDF-F78E202397EE}" type="sibTrans" cxnId="{51125D7F-1F64-4BA9-911C-2CD6F8DAD61B}">
      <dgm:prSet/>
      <dgm:spPr/>
      <dgm:t>
        <a:bodyPr/>
        <a:lstStyle/>
        <a:p>
          <a:endParaRPr lang="en-US"/>
        </a:p>
      </dgm:t>
    </dgm:pt>
    <dgm:pt modelId="{4F55C084-EC60-46BF-A1CE-7A3B3B3E7EFA}" type="pres">
      <dgm:prSet presAssocID="{00284D2B-6EDF-4589-8982-AB085AD783A4}" presName="root" presStyleCnt="0">
        <dgm:presLayoutVars>
          <dgm:dir/>
          <dgm:resizeHandles val="exact"/>
        </dgm:presLayoutVars>
      </dgm:prSet>
      <dgm:spPr/>
    </dgm:pt>
    <dgm:pt modelId="{B6D5F8E6-6CC9-446D-AA1C-5260A7CFA749}" type="pres">
      <dgm:prSet presAssocID="{ED9F9AE0-01BC-48BD-B120-715B36F33CC7}" presName="compNode" presStyleCnt="0"/>
      <dgm:spPr/>
    </dgm:pt>
    <dgm:pt modelId="{A69A3DC0-CDC1-430B-9E09-E604252396DE}" type="pres">
      <dgm:prSet presAssocID="{ED9F9AE0-01BC-48BD-B120-715B36F33CC7}" presName="iconBgRect" presStyleLbl="bgShp" presStyleIdx="0" presStyleCnt="2"/>
      <dgm:spPr/>
    </dgm:pt>
    <dgm:pt modelId="{B132DEE8-65AE-4B5C-AB1B-DC7E94A9A67A}" type="pres">
      <dgm:prSet presAssocID="{ED9F9AE0-01BC-48BD-B120-715B36F33CC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"/>
        </a:ext>
      </dgm:extLst>
    </dgm:pt>
    <dgm:pt modelId="{9B186128-FBC8-49ED-9526-8A82C90540A2}" type="pres">
      <dgm:prSet presAssocID="{ED9F9AE0-01BC-48BD-B120-715B36F33CC7}" presName="spaceRect" presStyleCnt="0"/>
      <dgm:spPr/>
    </dgm:pt>
    <dgm:pt modelId="{4A19DBA5-4C01-4D49-824A-67B9D4ACE34A}" type="pres">
      <dgm:prSet presAssocID="{ED9F9AE0-01BC-48BD-B120-715B36F33CC7}" presName="textRect" presStyleLbl="revTx" presStyleIdx="0" presStyleCnt="2">
        <dgm:presLayoutVars>
          <dgm:chMax val="1"/>
          <dgm:chPref val="1"/>
        </dgm:presLayoutVars>
      </dgm:prSet>
      <dgm:spPr/>
    </dgm:pt>
    <dgm:pt modelId="{BE271B9A-E2D7-425B-90FF-55F796226FA6}" type="pres">
      <dgm:prSet presAssocID="{2ABAC4CC-9466-489C-A408-3333E003B278}" presName="sibTrans" presStyleCnt="0"/>
      <dgm:spPr/>
    </dgm:pt>
    <dgm:pt modelId="{397F21F9-DC56-458D-813E-9A90FC743975}" type="pres">
      <dgm:prSet presAssocID="{54723275-F477-40C6-B7EB-D7F7796C96AF}" presName="compNode" presStyleCnt="0"/>
      <dgm:spPr/>
    </dgm:pt>
    <dgm:pt modelId="{094F4E10-70A8-4FC1-BEF0-CD50BE02FCE1}" type="pres">
      <dgm:prSet presAssocID="{54723275-F477-40C6-B7EB-D7F7796C96AF}" presName="iconBgRect" presStyleLbl="bgShp" presStyleIdx="1" presStyleCnt="2"/>
      <dgm:spPr/>
    </dgm:pt>
    <dgm:pt modelId="{8567E49B-CFA7-4C04-ADAE-139582A42820}" type="pres">
      <dgm:prSet presAssocID="{54723275-F477-40C6-B7EB-D7F7796C96A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C558B17A-BD40-4AC9-B5FD-88D4443A3F42}" type="pres">
      <dgm:prSet presAssocID="{54723275-F477-40C6-B7EB-D7F7796C96AF}" presName="spaceRect" presStyleCnt="0"/>
      <dgm:spPr/>
    </dgm:pt>
    <dgm:pt modelId="{4013A293-B46D-47A1-9D6C-5E752C569341}" type="pres">
      <dgm:prSet presAssocID="{54723275-F477-40C6-B7EB-D7F7796C96A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ED2E611-5E0C-4F5A-8475-6ACC5E2AE955}" type="presOf" srcId="{ED9F9AE0-01BC-48BD-B120-715B36F33CC7}" destId="{4A19DBA5-4C01-4D49-824A-67B9D4ACE34A}" srcOrd="0" destOrd="0" presId="urn:microsoft.com/office/officeart/2018/5/layout/IconCircleLabelList"/>
    <dgm:cxn modelId="{0A43B753-9ABE-4BE5-909B-6C42C117816B}" srcId="{00284D2B-6EDF-4589-8982-AB085AD783A4}" destId="{ED9F9AE0-01BC-48BD-B120-715B36F33CC7}" srcOrd="0" destOrd="0" parTransId="{31D986E0-CEF5-4997-B0FE-256C9FF5B6A2}" sibTransId="{2ABAC4CC-9466-489C-A408-3333E003B278}"/>
    <dgm:cxn modelId="{51125D7F-1F64-4BA9-911C-2CD6F8DAD61B}" srcId="{00284D2B-6EDF-4589-8982-AB085AD783A4}" destId="{54723275-F477-40C6-B7EB-D7F7796C96AF}" srcOrd="1" destOrd="0" parTransId="{FD0A05E5-F7BB-4A55-9A37-7A0EE1B607F3}" sibTransId="{595200BF-7B7B-431E-BCDF-F78E202397EE}"/>
    <dgm:cxn modelId="{51708CDD-1C76-4598-8593-CDDBC50C46C0}" type="presOf" srcId="{54723275-F477-40C6-B7EB-D7F7796C96AF}" destId="{4013A293-B46D-47A1-9D6C-5E752C569341}" srcOrd="0" destOrd="0" presId="urn:microsoft.com/office/officeart/2018/5/layout/IconCircleLabelList"/>
    <dgm:cxn modelId="{C52CA5E9-CFD7-4A0B-94D8-96B6536DF0BA}" type="presOf" srcId="{00284D2B-6EDF-4589-8982-AB085AD783A4}" destId="{4F55C084-EC60-46BF-A1CE-7A3B3B3E7EFA}" srcOrd="0" destOrd="0" presId="urn:microsoft.com/office/officeart/2018/5/layout/IconCircleLabelList"/>
    <dgm:cxn modelId="{376CAD77-ADEF-42FB-BCA0-850CF18A880E}" type="presParOf" srcId="{4F55C084-EC60-46BF-A1CE-7A3B3B3E7EFA}" destId="{B6D5F8E6-6CC9-446D-AA1C-5260A7CFA749}" srcOrd="0" destOrd="0" presId="urn:microsoft.com/office/officeart/2018/5/layout/IconCircleLabelList"/>
    <dgm:cxn modelId="{E8EEE693-CAF7-405A-96B6-61C4BB086386}" type="presParOf" srcId="{B6D5F8E6-6CC9-446D-AA1C-5260A7CFA749}" destId="{A69A3DC0-CDC1-430B-9E09-E604252396DE}" srcOrd="0" destOrd="0" presId="urn:microsoft.com/office/officeart/2018/5/layout/IconCircleLabelList"/>
    <dgm:cxn modelId="{E798B794-3838-4352-9C00-2D960AB8045B}" type="presParOf" srcId="{B6D5F8E6-6CC9-446D-AA1C-5260A7CFA749}" destId="{B132DEE8-65AE-4B5C-AB1B-DC7E94A9A67A}" srcOrd="1" destOrd="0" presId="urn:microsoft.com/office/officeart/2018/5/layout/IconCircleLabelList"/>
    <dgm:cxn modelId="{58F88A8B-8596-4DBF-90ED-9C9184153651}" type="presParOf" srcId="{B6D5F8E6-6CC9-446D-AA1C-5260A7CFA749}" destId="{9B186128-FBC8-49ED-9526-8A82C90540A2}" srcOrd="2" destOrd="0" presId="urn:microsoft.com/office/officeart/2018/5/layout/IconCircleLabelList"/>
    <dgm:cxn modelId="{3941D82E-8771-4927-96EC-05C4510AF1CE}" type="presParOf" srcId="{B6D5F8E6-6CC9-446D-AA1C-5260A7CFA749}" destId="{4A19DBA5-4C01-4D49-824A-67B9D4ACE34A}" srcOrd="3" destOrd="0" presId="urn:microsoft.com/office/officeart/2018/5/layout/IconCircleLabelList"/>
    <dgm:cxn modelId="{F3BEEDE5-9DC5-4B33-BF83-7C9B9642BB33}" type="presParOf" srcId="{4F55C084-EC60-46BF-A1CE-7A3B3B3E7EFA}" destId="{BE271B9A-E2D7-425B-90FF-55F796226FA6}" srcOrd="1" destOrd="0" presId="urn:microsoft.com/office/officeart/2018/5/layout/IconCircleLabelList"/>
    <dgm:cxn modelId="{FF0DDA63-F790-4555-B540-76860573E0D1}" type="presParOf" srcId="{4F55C084-EC60-46BF-A1CE-7A3B3B3E7EFA}" destId="{397F21F9-DC56-458D-813E-9A90FC743975}" srcOrd="2" destOrd="0" presId="urn:microsoft.com/office/officeart/2018/5/layout/IconCircleLabelList"/>
    <dgm:cxn modelId="{E035DF8C-388B-428B-95EE-047F74EC4C22}" type="presParOf" srcId="{397F21F9-DC56-458D-813E-9A90FC743975}" destId="{094F4E10-70A8-4FC1-BEF0-CD50BE02FCE1}" srcOrd="0" destOrd="0" presId="urn:microsoft.com/office/officeart/2018/5/layout/IconCircleLabelList"/>
    <dgm:cxn modelId="{58E40F61-C263-4D29-A22D-B30DA8F77EE5}" type="presParOf" srcId="{397F21F9-DC56-458D-813E-9A90FC743975}" destId="{8567E49B-CFA7-4C04-ADAE-139582A42820}" srcOrd="1" destOrd="0" presId="urn:microsoft.com/office/officeart/2018/5/layout/IconCircleLabelList"/>
    <dgm:cxn modelId="{0D4D7FE5-87EC-4120-AD5C-CDDD999E7C74}" type="presParOf" srcId="{397F21F9-DC56-458D-813E-9A90FC743975}" destId="{C558B17A-BD40-4AC9-B5FD-88D4443A3F42}" srcOrd="2" destOrd="0" presId="urn:microsoft.com/office/officeart/2018/5/layout/IconCircleLabelList"/>
    <dgm:cxn modelId="{20205BA7-4FC1-42E7-9F5E-4C5A8789ABCE}" type="presParOf" srcId="{397F21F9-DC56-458D-813E-9A90FC743975}" destId="{4013A293-B46D-47A1-9D6C-5E752C56934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4A0DEC3-92EE-4A91-91FC-0FB64A0297C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BC60B77-FC3A-4BAE-A396-32B83FFCA61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/>
            <a:t>Permiten restaurar la base de datos a un estado específico en el tiempo, útil para recuperar datos en caso de errores o corrupción.</a:t>
          </a:r>
          <a:endParaRPr lang="en-US"/>
        </a:p>
      </dgm:t>
    </dgm:pt>
    <dgm:pt modelId="{2C740DC6-62B2-4AC7-AADA-C383248F9377}" type="parTrans" cxnId="{8ECDC6B5-FFCB-47BC-A65A-6DBBDC5F20ED}">
      <dgm:prSet/>
      <dgm:spPr/>
      <dgm:t>
        <a:bodyPr/>
        <a:lstStyle/>
        <a:p>
          <a:endParaRPr lang="en-US"/>
        </a:p>
      </dgm:t>
    </dgm:pt>
    <dgm:pt modelId="{B93554AE-E362-46B0-A52D-8F9BE983265B}" type="sibTrans" cxnId="{8ECDC6B5-FFCB-47BC-A65A-6DBBDC5F20ED}">
      <dgm:prSet/>
      <dgm:spPr/>
      <dgm:t>
        <a:bodyPr/>
        <a:lstStyle/>
        <a:p>
          <a:endParaRPr lang="en-US"/>
        </a:p>
      </dgm:t>
    </dgm:pt>
    <dgm:pt modelId="{64C79761-DF3A-43AE-8928-62A70BCC216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b="1"/>
            <a:t>Ejemplo</a:t>
          </a:r>
          <a:r>
            <a:rPr lang="es-ES"/>
            <a:t>: Restaurar la base de datos al estado de hace dos horas después de detectar un error en una actualización masiva.</a:t>
          </a:r>
          <a:endParaRPr lang="en-US"/>
        </a:p>
      </dgm:t>
    </dgm:pt>
    <dgm:pt modelId="{FB30E034-07F5-4B7A-8F97-869AF6E89159}" type="parTrans" cxnId="{7B2AB325-1D56-494F-8D41-C1408ECA699C}">
      <dgm:prSet/>
      <dgm:spPr/>
      <dgm:t>
        <a:bodyPr/>
        <a:lstStyle/>
        <a:p>
          <a:endParaRPr lang="en-US"/>
        </a:p>
      </dgm:t>
    </dgm:pt>
    <dgm:pt modelId="{05853C56-42FD-4D44-BD72-342850BB9EA4}" type="sibTrans" cxnId="{7B2AB325-1D56-494F-8D41-C1408ECA699C}">
      <dgm:prSet/>
      <dgm:spPr/>
      <dgm:t>
        <a:bodyPr/>
        <a:lstStyle/>
        <a:p>
          <a:endParaRPr lang="en-US"/>
        </a:p>
      </dgm:t>
    </dgm:pt>
    <dgm:pt modelId="{9907BC28-4445-4F50-8C34-61DAD5295518}" type="pres">
      <dgm:prSet presAssocID="{34A0DEC3-92EE-4A91-91FC-0FB64A0297C4}" presName="root" presStyleCnt="0">
        <dgm:presLayoutVars>
          <dgm:dir/>
          <dgm:resizeHandles val="exact"/>
        </dgm:presLayoutVars>
      </dgm:prSet>
      <dgm:spPr/>
    </dgm:pt>
    <dgm:pt modelId="{4451E146-1E02-4BF8-A856-222A5BADACBD}" type="pres">
      <dgm:prSet presAssocID="{ABC60B77-FC3A-4BAE-A396-32B83FFCA61C}" presName="compNode" presStyleCnt="0"/>
      <dgm:spPr/>
    </dgm:pt>
    <dgm:pt modelId="{DFBE0600-82EE-4280-A95C-1893D5F1343F}" type="pres">
      <dgm:prSet presAssocID="{ABC60B77-FC3A-4BAE-A396-32B83FFCA61C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36CF765F-E6FD-444F-917D-188F4AB699A1}" type="pres">
      <dgm:prSet presAssocID="{ABC60B77-FC3A-4BAE-A396-32B83FFCA61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lámpagos"/>
        </a:ext>
      </dgm:extLst>
    </dgm:pt>
    <dgm:pt modelId="{84AB1B32-3AD3-4465-AEDA-4A47114021BB}" type="pres">
      <dgm:prSet presAssocID="{ABC60B77-FC3A-4BAE-A396-32B83FFCA61C}" presName="spaceRect" presStyleCnt="0"/>
      <dgm:spPr/>
    </dgm:pt>
    <dgm:pt modelId="{12D7859F-C688-4186-9415-9157D086949E}" type="pres">
      <dgm:prSet presAssocID="{ABC60B77-FC3A-4BAE-A396-32B83FFCA61C}" presName="textRect" presStyleLbl="revTx" presStyleIdx="0" presStyleCnt="2">
        <dgm:presLayoutVars>
          <dgm:chMax val="1"/>
          <dgm:chPref val="1"/>
        </dgm:presLayoutVars>
      </dgm:prSet>
      <dgm:spPr/>
    </dgm:pt>
    <dgm:pt modelId="{11A6DAC1-D188-4D37-91A1-1635661110E5}" type="pres">
      <dgm:prSet presAssocID="{B93554AE-E362-46B0-A52D-8F9BE983265B}" presName="sibTrans" presStyleCnt="0"/>
      <dgm:spPr/>
    </dgm:pt>
    <dgm:pt modelId="{A51AFE2E-3D4A-43BF-BA13-930A6D821FAE}" type="pres">
      <dgm:prSet presAssocID="{64C79761-DF3A-43AE-8928-62A70BCC2168}" presName="compNode" presStyleCnt="0"/>
      <dgm:spPr/>
    </dgm:pt>
    <dgm:pt modelId="{AF56992A-950A-458C-B89D-BE5A1AF7F4B3}" type="pres">
      <dgm:prSet presAssocID="{64C79761-DF3A-43AE-8928-62A70BCC2168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4C93B014-CCB5-4CFC-B5D8-9170519CD4AF}" type="pres">
      <dgm:prSet presAssocID="{64C79761-DF3A-43AE-8928-62A70BCC216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ta"/>
        </a:ext>
      </dgm:extLst>
    </dgm:pt>
    <dgm:pt modelId="{03D305F4-7DF6-48D4-BBE8-97CAE6650F2C}" type="pres">
      <dgm:prSet presAssocID="{64C79761-DF3A-43AE-8928-62A70BCC2168}" presName="spaceRect" presStyleCnt="0"/>
      <dgm:spPr/>
    </dgm:pt>
    <dgm:pt modelId="{40934BAE-595F-4AC8-B237-F7E8AB375F68}" type="pres">
      <dgm:prSet presAssocID="{64C79761-DF3A-43AE-8928-62A70BCC216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B2AB325-1D56-494F-8D41-C1408ECA699C}" srcId="{34A0DEC3-92EE-4A91-91FC-0FB64A0297C4}" destId="{64C79761-DF3A-43AE-8928-62A70BCC2168}" srcOrd="1" destOrd="0" parTransId="{FB30E034-07F5-4B7A-8F97-869AF6E89159}" sibTransId="{05853C56-42FD-4D44-BD72-342850BB9EA4}"/>
    <dgm:cxn modelId="{3C0D9477-C1C9-4A1B-A1C1-1FE2FBECD9B4}" type="presOf" srcId="{ABC60B77-FC3A-4BAE-A396-32B83FFCA61C}" destId="{12D7859F-C688-4186-9415-9157D086949E}" srcOrd="0" destOrd="0" presId="urn:microsoft.com/office/officeart/2018/5/layout/IconLeafLabelList"/>
    <dgm:cxn modelId="{8ECDC6B5-FFCB-47BC-A65A-6DBBDC5F20ED}" srcId="{34A0DEC3-92EE-4A91-91FC-0FB64A0297C4}" destId="{ABC60B77-FC3A-4BAE-A396-32B83FFCA61C}" srcOrd="0" destOrd="0" parTransId="{2C740DC6-62B2-4AC7-AADA-C383248F9377}" sibTransId="{B93554AE-E362-46B0-A52D-8F9BE983265B}"/>
    <dgm:cxn modelId="{3A1E78C9-82F9-495B-A87C-3D37F10CBF48}" type="presOf" srcId="{64C79761-DF3A-43AE-8928-62A70BCC2168}" destId="{40934BAE-595F-4AC8-B237-F7E8AB375F68}" srcOrd="0" destOrd="0" presId="urn:microsoft.com/office/officeart/2018/5/layout/IconLeafLabelList"/>
    <dgm:cxn modelId="{12C4A7D7-CE6B-4435-9CC3-E9FAB1A608DF}" type="presOf" srcId="{34A0DEC3-92EE-4A91-91FC-0FB64A0297C4}" destId="{9907BC28-4445-4F50-8C34-61DAD5295518}" srcOrd="0" destOrd="0" presId="urn:microsoft.com/office/officeart/2018/5/layout/IconLeafLabelList"/>
    <dgm:cxn modelId="{EA8288A9-DBC4-4E5C-ACE0-B88CEE809D48}" type="presParOf" srcId="{9907BC28-4445-4F50-8C34-61DAD5295518}" destId="{4451E146-1E02-4BF8-A856-222A5BADACBD}" srcOrd="0" destOrd="0" presId="urn:microsoft.com/office/officeart/2018/5/layout/IconLeafLabelList"/>
    <dgm:cxn modelId="{A3BCC766-F0B6-478C-95B9-E1C0028001BD}" type="presParOf" srcId="{4451E146-1E02-4BF8-A856-222A5BADACBD}" destId="{DFBE0600-82EE-4280-A95C-1893D5F1343F}" srcOrd="0" destOrd="0" presId="urn:microsoft.com/office/officeart/2018/5/layout/IconLeafLabelList"/>
    <dgm:cxn modelId="{AB94DFC1-8E04-4586-B484-7BA72D2F16F7}" type="presParOf" srcId="{4451E146-1E02-4BF8-A856-222A5BADACBD}" destId="{36CF765F-E6FD-444F-917D-188F4AB699A1}" srcOrd="1" destOrd="0" presId="urn:microsoft.com/office/officeart/2018/5/layout/IconLeafLabelList"/>
    <dgm:cxn modelId="{E4479612-31C1-4EF4-B3F2-4F831F4D0C68}" type="presParOf" srcId="{4451E146-1E02-4BF8-A856-222A5BADACBD}" destId="{84AB1B32-3AD3-4465-AEDA-4A47114021BB}" srcOrd="2" destOrd="0" presId="urn:microsoft.com/office/officeart/2018/5/layout/IconLeafLabelList"/>
    <dgm:cxn modelId="{0B7E0745-7FD0-4065-83F6-034191733845}" type="presParOf" srcId="{4451E146-1E02-4BF8-A856-222A5BADACBD}" destId="{12D7859F-C688-4186-9415-9157D086949E}" srcOrd="3" destOrd="0" presId="urn:microsoft.com/office/officeart/2018/5/layout/IconLeafLabelList"/>
    <dgm:cxn modelId="{153EBF56-AB1E-4631-A3B4-71CF66E7500E}" type="presParOf" srcId="{9907BC28-4445-4F50-8C34-61DAD5295518}" destId="{11A6DAC1-D188-4D37-91A1-1635661110E5}" srcOrd="1" destOrd="0" presId="urn:microsoft.com/office/officeart/2018/5/layout/IconLeafLabelList"/>
    <dgm:cxn modelId="{10BFD194-9283-48EC-B9ED-73CF8043E676}" type="presParOf" srcId="{9907BC28-4445-4F50-8C34-61DAD5295518}" destId="{A51AFE2E-3D4A-43BF-BA13-930A6D821FAE}" srcOrd="2" destOrd="0" presId="urn:microsoft.com/office/officeart/2018/5/layout/IconLeafLabelList"/>
    <dgm:cxn modelId="{3F718668-2B08-44A8-B4CD-727085C13BBC}" type="presParOf" srcId="{A51AFE2E-3D4A-43BF-BA13-930A6D821FAE}" destId="{AF56992A-950A-458C-B89D-BE5A1AF7F4B3}" srcOrd="0" destOrd="0" presId="urn:microsoft.com/office/officeart/2018/5/layout/IconLeafLabelList"/>
    <dgm:cxn modelId="{D49E3FC9-BF81-401F-8D91-155A3400F8B3}" type="presParOf" srcId="{A51AFE2E-3D4A-43BF-BA13-930A6D821FAE}" destId="{4C93B014-CCB5-4CFC-B5D8-9170519CD4AF}" srcOrd="1" destOrd="0" presId="urn:microsoft.com/office/officeart/2018/5/layout/IconLeafLabelList"/>
    <dgm:cxn modelId="{265E2133-CD59-4AB0-9053-A608D31FB0E7}" type="presParOf" srcId="{A51AFE2E-3D4A-43BF-BA13-930A6D821FAE}" destId="{03D305F4-7DF6-48D4-BBE8-97CAE6650F2C}" srcOrd="2" destOrd="0" presId="urn:microsoft.com/office/officeart/2018/5/layout/IconLeafLabelList"/>
    <dgm:cxn modelId="{002841EC-7110-4D2E-86D9-927619553401}" type="presParOf" srcId="{A51AFE2E-3D4A-43BF-BA13-930A6D821FAE}" destId="{40934BAE-595F-4AC8-B237-F7E8AB375F6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A03348-CFE3-4637-A9AA-2AECAABD89E9}">
      <dsp:nvSpPr>
        <dsp:cNvPr id="0" name=""/>
        <dsp:cNvSpPr/>
      </dsp:nvSpPr>
      <dsp:spPr>
        <a:xfrm>
          <a:off x="655049" y="116582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B0EE16-E62B-4900-B1BE-333CBCECD29A}">
      <dsp:nvSpPr>
        <dsp:cNvPr id="0" name=""/>
        <dsp:cNvSpPr/>
      </dsp:nvSpPr>
      <dsp:spPr>
        <a:xfrm>
          <a:off x="1042612" y="504145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A351DE-425C-44DD-AA5E-7B934D129243}">
      <dsp:nvSpPr>
        <dsp:cNvPr id="0" name=""/>
        <dsp:cNvSpPr/>
      </dsp:nvSpPr>
      <dsp:spPr>
        <a:xfrm>
          <a:off x="73706" y="2501583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C" sz="2400" b="1" i="0" kern="1200" baseline="0"/>
            <a:t>Índices únicos</a:t>
          </a:r>
          <a:endParaRPr lang="en-US" sz="2400" kern="1200"/>
        </a:p>
      </dsp:txBody>
      <dsp:txXfrm>
        <a:off x="73706" y="2501583"/>
        <a:ext cx="2981250" cy="720000"/>
      </dsp:txXfrm>
    </dsp:sp>
    <dsp:sp modelId="{1FC716C2-DF05-4C92-8E76-7D968980F8F9}">
      <dsp:nvSpPr>
        <dsp:cNvPr id="0" name=""/>
        <dsp:cNvSpPr/>
      </dsp:nvSpPr>
      <dsp:spPr>
        <a:xfrm>
          <a:off x="4158018" y="116582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554884-96AC-4051-A4FE-E3D904A4639B}">
      <dsp:nvSpPr>
        <dsp:cNvPr id="0" name=""/>
        <dsp:cNvSpPr/>
      </dsp:nvSpPr>
      <dsp:spPr>
        <a:xfrm>
          <a:off x="4545581" y="504145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DC27D9-4734-4613-BDBB-550DDA512DF9}">
      <dsp:nvSpPr>
        <dsp:cNvPr id="0" name=""/>
        <dsp:cNvSpPr/>
      </dsp:nvSpPr>
      <dsp:spPr>
        <a:xfrm>
          <a:off x="3576675" y="2501583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C" sz="2400" b="1" i="0" kern="1200" baseline="0"/>
            <a:t>Índices compuestos</a:t>
          </a:r>
          <a:endParaRPr lang="en-US" sz="2400" kern="1200"/>
        </a:p>
      </dsp:txBody>
      <dsp:txXfrm>
        <a:off x="3576675" y="2501583"/>
        <a:ext cx="2981250" cy="720000"/>
      </dsp:txXfrm>
    </dsp:sp>
    <dsp:sp modelId="{3208EBB9-04EB-466A-ADBA-2576AD818BC3}">
      <dsp:nvSpPr>
        <dsp:cNvPr id="0" name=""/>
        <dsp:cNvSpPr/>
      </dsp:nvSpPr>
      <dsp:spPr>
        <a:xfrm>
          <a:off x="7660987" y="116582"/>
          <a:ext cx="1818562" cy="1818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94CF6A-AEA0-4A5E-94D5-2E8321DD7A13}">
      <dsp:nvSpPr>
        <dsp:cNvPr id="0" name=""/>
        <dsp:cNvSpPr/>
      </dsp:nvSpPr>
      <dsp:spPr>
        <a:xfrm>
          <a:off x="8048550" y="504145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F63E7-B86A-4C77-889B-C284EEA585AF}">
      <dsp:nvSpPr>
        <dsp:cNvPr id="0" name=""/>
        <dsp:cNvSpPr/>
      </dsp:nvSpPr>
      <dsp:spPr>
        <a:xfrm>
          <a:off x="7079643" y="2501583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C" sz="2400" b="1" i="0" kern="1200" baseline="0"/>
            <a:t>Índices de texto completo</a:t>
          </a:r>
          <a:endParaRPr lang="en-US" sz="2400" kern="1200"/>
        </a:p>
      </dsp:txBody>
      <dsp:txXfrm>
        <a:off x="7079643" y="2501583"/>
        <a:ext cx="2981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02070A-25DC-4BFA-90F9-D163761CD4D6}">
      <dsp:nvSpPr>
        <dsp:cNvPr id="0" name=""/>
        <dsp:cNvSpPr/>
      </dsp:nvSpPr>
      <dsp:spPr>
        <a:xfrm>
          <a:off x="1557299" y="101977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6C3F40-FD8D-4BF5-AAB0-4707ABECC6CF}">
      <dsp:nvSpPr>
        <dsp:cNvPr id="0" name=""/>
        <dsp:cNvSpPr/>
      </dsp:nvSpPr>
      <dsp:spPr>
        <a:xfrm>
          <a:off x="369299" y="2516188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Involucran varias columnas y son útiles para consultas que combinan múltiples criterios de búsqueda. Ayudan a mejorar el rendimiento de consultas complejas que utilizan varias columnas en sus cláusulas WHERE.</a:t>
          </a:r>
          <a:endParaRPr lang="en-US" sz="1300" kern="1200"/>
        </a:p>
      </dsp:txBody>
      <dsp:txXfrm>
        <a:off x="369299" y="2516188"/>
        <a:ext cx="4320000" cy="720000"/>
      </dsp:txXfrm>
    </dsp:sp>
    <dsp:sp modelId="{CA7F4524-7B64-4C9A-994D-22AC743F654F}">
      <dsp:nvSpPr>
        <dsp:cNvPr id="0" name=""/>
        <dsp:cNvSpPr/>
      </dsp:nvSpPr>
      <dsp:spPr>
        <a:xfrm>
          <a:off x="6633300" y="101977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92F4DD-2AEB-4892-985A-DC673926D075}">
      <dsp:nvSpPr>
        <dsp:cNvPr id="0" name=""/>
        <dsp:cNvSpPr/>
      </dsp:nvSpPr>
      <dsp:spPr>
        <a:xfrm>
          <a:off x="5445300" y="2516188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b="1" kern="1200"/>
            <a:t>Ejemplo</a:t>
          </a:r>
          <a:r>
            <a:rPr lang="es-ES" sz="1300" kern="1200"/>
            <a:t>: En una tabla de pedidos, un índice compuesto en las columnas "cliente_id" y "fecha_pedido" acelera las consultas que buscan todos los pedidos de un cliente en un rango de fechas específico.</a:t>
          </a:r>
          <a:endParaRPr lang="en-US" sz="1300" kern="1200"/>
        </a:p>
      </dsp:txBody>
      <dsp:txXfrm>
        <a:off x="5445300" y="2516188"/>
        <a:ext cx="432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485611-2CA9-4F61-9F52-28BBE1D02BE4}">
      <dsp:nvSpPr>
        <dsp:cNvPr id="0" name=""/>
        <dsp:cNvSpPr/>
      </dsp:nvSpPr>
      <dsp:spPr>
        <a:xfrm>
          <a:off x="1557299" y="101977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58AC9-D4E5-4779-8BBF-3C86BBE3E663}">
      <dsp:nvSpPr>
        <dsp:cNvPr id="0" name=""/>
        <dsp:cNvSpPr/>
      </dsp:nvSpPr>
      <dsp:spPr>
        <a:xfrm>
          <a:off x="369299" y="2516188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Permiten realizar búsquedas rápidas en grandes volúmenes de texto, siendo esenciales para aplicaciones que requieren búsquedas eficientes en textos largos, como motores de búsqueda o aplicaciones de gestión documental.</a:t>
          </a:r>
          <a:endParaRPr lang="en-US" sz="1300" kern="1200"/>
        </a:p>
      </dsp:txBody>
      <dsp:txXfrm>
        <a:off x="369299" y="2516188"/>
        <a:ext cx="4320000" cy="720000"/>
      </dsp:txXfrm>
    </dsp:sp>
    <dsp:sp modelId="{319AB500-ACA2-4068-AC0B-F94575B37B67}">
      <dsp:nvSpPr>
        <dsp:cNvPr id="0" name=""/>
        <dsp:cNvSpPr/>
      </dsp:nvSpPr>
      <dsp:spPr>
        <a:xfrm>
          <a:off x="6633300" y="101977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6FB668-E37C-4C36-B29E-416A74C9CD73}">
      <dsp:nvSpPr>
        <dsp:cNvPr id="0" name=""/>
        <dsp:cNvSpPr/>
      </dsp:nvSpPr>
      <dsp:spPr>
        <a:xfrm>
          <a:off x="5445300" y="2516188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b="1" kern="1200"/>
            <a:t>Ejemplo</a:t>
          </a:r>
          <a:r>
            <a:rPr lang="es-ES" sz="1300" kern="1200"/>
            <a:t>: Un índice de texto completo en una columna de descripción de productos permite búsquedas rápidas de productos por palabras clave.</a:t>
          </a:r>
          <a:endParaRPr lang="en-US" sz="1300" kern="1200"/>
        </a:p>
      </dsp:txBody>
      <dsp:txXfrm>
        <a:off x="5445300" y="2516188"/>
        <a:ext cx="432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4C258E-3F9C-4A4B-9E33-CB1EEEBD06CF}">
      <dsp:nvSpPr>
        <dsp:cNvPr id="0" name=""/>
        <dsp:cNvSpPr/>
      </dsp:nvSpPr>
      <dsp:spPr>
        <a:xfrm>
          <a:off x="1557299" y="101977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4ECC36-6EB5-4BA3-8C79-ED0AD3F5DB05}">
      <dsp:nvSpPr>
        <dsp:cNvPr id="0" name=""/>
        <dsp:cNvSpPr/>
      </dsp:nvSpPr>
      <dsp:spPr>
        <a:xfrm>
          <a:off x="369299" y="2516188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Almacenan el resultado de una consulta en disco, lo que permite acceder rápidamente a datos precalculados. Son útiles cuando los datos subyacentes no cambian con frecuencia y se requiere un acceso rápido.</a:t>
          </a:r>
          <a:endParaRPr lang="en-US" sz="1300" kern="1200"/>
        </a:p>
      </dsp:txBody>
      <dsp:txXfrm>
        <a:off x="369299" y="2516188"/>
        <a:ext cx="4320000" cy="720000"/>
      </dsp:txXfrm>
    </dsp:sp>
    <dsp:sp modelId="{6B22DE21-B32D-4A9B-A171-25892C5B25F5}">
      <dsp:nvSpPr>
        <dsp:cNvPr id="0" name=""/>
        <dsp:cNvSpPr/>
      </dsp:nvSpPr>
      <dsp:spPr>
        <a:xfrm>
          <a:off x="6633300" y="101977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273A35-15E1-4AF6-871D-E9A32F807F7A}">
      <dsp:nvSpPr>
        <dsp:cNvPr id="0" name=""/>
        <dsp:cNvSpPr/>
      </dsp:nvSpPr>
      <dsp:spPr>
        <a:xfrm>
          <a:off x="5445300" y="2516188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b="1" kern="1200"/>
            <a:t>Ejemplo</a:t>
          </a:r>
          <a:r>
            <a:rPr lang="es-ES" sz="1300" kern="1200"/>
            <a:t>: Una vista materializada de ventas mensuales por región permite generar informes rápidos sin recalcular los totales cada vez.</a:t>
          </a:r>
          <a:endParaRPr lang="en-US" sz="1300" kern="1200"/>
        </a:p>
      </dsp:txBody>
      <dsp:txXfrm>
        <a:off x="5445300" y="2516188"/>
        <a:ext cx="432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787A70-75EA-49CD-A2CD-45DE5EF0E477}">
      <dsp:nvSpPr>
        <dsp:cNvPr id="0" name=""/>
        <dsp:cNvSpPr/>
      </dsp:nvSpPr>
      <dsp:spPr>
        <a:xfrm>
          <a:off x="0" y="2125"/>
          <a:ext cx="5343082" cy="10773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F6EE2A-9168-48B5-8AB2-BF6E6A5A63A1}">
      <dsp:nvSpPr>
        <dsp:cNvPr id="0" name=""/>
        <dsp:cNvSpPr/>
      </dsp:nvSpPr>
      <dsp:spPr>
        <a:xfrm>
          <a:off x="325894" y="244526"/>
          <a:ext cx="592535" cy="592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C1CD0E-5B09-42DC-8141-1FE2D58DDF2A}">
      <dsp:nvSpPr>
        <dsp:cNvPr id="0" name=""/>
        <dsp:cNvSpPr/>
      </dsp:nvSpPr>
      <dsp:spPr>
        <a:xfrm>
          <a:off x="1244325" y="2125"/>
          <a:ext cx="4098757" cy="1077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18" tIns="114018" rIns="114018" bIns="11401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Las bases de datos suelen tener diferentes tipos de usuarios con distintos niveles de acceso y permisos para asegurar que cada usuario tenga los permisos necesarios para sus tareas específicas.</a:t>
          </a:r>
          <a:endParaRPr lang="en-US" sz="1400" kern="1200"/>
        </a:p>
      </dsp:txBody>
      <dsp:txXfrm>
        <a:off x="1244325" y="2125"/>
        <a:ext cx="4098757" cy="1077337"/>
      </dsp:txXfrm>
    </dsp:sp>
    <dsp:sp modelId="{2319BAEE-B1C1-4540-8F2F-EF2A89F49884}">
      <dsp:nvSpPr>
        <dsp:cNvPr id="0" name=""/>
        <dsp:cNvSpPr/>
      </dsp:nvSpPr>
      <dsp:spPr>
        <a:xfrm>
          <a:off x="0" y="1348797"/>
          <a:ext cx="5343082" cy="10773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2EC172-DF92-42EC-B6CB-851A01B218B0}">
      <dsp:nvSpPr>
        <dsp:cNvPr id="0" name=""/>
        <dsp:cNvSpPr/>
      </dsp:nvSpPr>
      <dsp:spPr>
        <a:xfrm>
          <a:off x="325894" y="1591198"/>
          <a:ext cx="592535" cy="592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E6677F-5473-40DC-B642-CE65CE561448}">
      <dsp:nvSpPr>
        <dsp:cNvPr id="0" name=""/>
        <dsp:cNvSpPr/>
      </dsp:nvSpPr>
      <dsp:spPr>
        <a:xfrm>
          <a:off x="1244325" y="1348797"/>
          <a:ext cx="4098757" cy="1077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18" tIns="114018" rIns="114018" bIns="11401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400" b="1" kern="1200"/>
            <a:t>Administrador</a:t>
          </a:r>
          <a:r>
            <a:rPr lang="es-EC" sz="1400" kern="1200"/>
            <a:t>: </a:t>
          </a:r>
          <a:endParaRPr lang="en-US" sz="1400" kern="1200"/>
        </a:p>
      </dsp:txBody>
      <dsp:txXfrm>
        <a:off x="1244325" y="1348797"/>
        <a:ext cx="4098757" cy="1077337"/>
      </dsp:txXfrm>
    </dsp:sp>
    <dsp:sp modelId="{06BEBBA6-196A-4CBA-ADED-522FCE4E1196}">
      <dsp:nvSpPr>
        <dsp:cNvPr id="0" name=""/>
        <dsp:cNvSpPr/>
      </dsp:nvSpPr>
      <dsp:spPr>
        <a:xfrm>
          <a:off x="0" y="2695470"/>
          <a:ext cx="5343082" cy="10773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32C41F-BDEA-4773-9399-AD9CA6612227}">
      <dsp:nvSpPr>
        <dsp:cNvPr id="0" name=""/>
        <dsp:cNvSpPr/>
      </dsp:nvSpPr>
      <dsp:spPr>
        <a:xfrm>
          <a:off x="325894" y="2937871"/>
          <a:ext cx="592535" cy="592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C59BB9-720A-4CA7-8946-3B7EE81BAFCD}">
      <dsp:nvSpPr>
        <dsp:cNvPr id="0" name=""/>
        <dsp:cNvSpPr/>
      </dsp:nvSpPr>
      <dsp:spPr>
        <a:xfrm>
          <a:off x="1244325" y="2695470"/>
          <a:ext cx="4098757" cy="1077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18" tIns="114018" rIns="114018" bIns="11401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400" b="1" kern="1200"/>
            <a:t>Desarrollador</a:t>
          </a:r>
          <a:r>
            <a:rPr lang="es-EC" sz="1400" kern="1200"/>
            <a:t>: </a:t>
          </a:r>
          <a:endParaRPr lang="en-US" sz="1400" kern="1200"/>
        </a:p>
      </dsp:txBody>
      <dsp:txXfrm>
        <a:off x="1244325" y="2695470"/>
        <a:ext cx="4098757" cy="1077337"/>
      </dsp:txXfrm>
    </dsp:sp>
    <dsp:sp modelId="{20184EF3-48E1-4B43-B38E-B770D3ACB9E8}">
      <dsp:nvSpPr>
        <dsp:cNvPr id="0" name=""/>
        <dsp:cNvSpPr/>
      </dsp:nvSpPr>
      <dsp:spPr>
        <a:xfrm>
          <a:off x="0" y="4042142"/>
          <a:ext cx="5343082" cy="10773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831EA1-2736-408A-AAEA-C23B4EAE402E}">
      <dsp:nvSpPr>
        <dsp:cNvPr id="0" name=""/>
        <dsp:cNvSpPr/>
      </dsp:nvSpPr>
      <dsp:spPr>
        <a:xfrm>
          <a:off x="325894" y="4284543"/>
          <a:ext cx="592535" cy="5925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17FBCB-A0B3-4876-8AEE-BC8A21883605}">
      <dsp:nvSpPr>
        <dsp:cNvPr id="0" name=""/>
        <dsp:cNvSpPr/>
      </dsp:nvSpPr>
      <dsp:spPr>
        <a:xfrm>
          <a:off x="1244325" y="4042142"/>
          <a:ext cx="4098757" cy="1077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18" tIns="114018" rIns="114018" bIns="11401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400" b="1" kern="1200"/>
            <a:t>Usuario final</a:t>
          </a:r>
          <a:r>
            <a:rPr lang="es-EC" sz="1400" kern="1200"/>
            <a:t>:</a:t>
          </a:r>
          <a:endParaRPr lang="en-US" sz="1400" kern="1200"/>
        </a:p>
      </dsp:txBody>
      <dsp:txXfrm>
        <a:off x="1244325" y="4042142"/>
        <a:ext cx="4098757" cy="107733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ABE379-C513-4B93-A7FC-8F5F895766CB}">
      <dsp:nvSpPr>
        <dsp:cNvPr id="0" name=""/>
        <dsp:cNvSpPr/>
      </dsp:nvSpPr>
      <dsp:spPr>
        <a:xfrm>
          <a:off x="1557299" y="101977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1D2356-1C6F-4D4E-8271-F845295E18E7}">
      <dsp:nvSpPr>
        <dsp:cNvPr id="0" name=""/>
        <dsp:cNvSpPr/>
      </dsp:nvSpPr>
      <dsp:spPr>
        <a:xfrm>
          <a:off x="369299" y="2516188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Tiene permisos completos, incluyendo la creación y eliminación de bases de datos, tablas, usuarios y la configuración de permisos. Es responsable de la administración general y el mantenimiento del sistema.</a:t>
          </a:r>
          <a:endParaRPr lang="en-US" sz="1300" kern="1200"/>
        </a:p>
      </dsp:txBody>
      <dsp:txXfrm>
        <a:off x="369299" y="2516188"/>
        <a:ext cx="4320000" cy="720000"/>
      </dsp:txXfrm>
    </dsp:sp>
    <dsp:sp modelId="{F4ECF417-5709-4206-B13A-BF0BA67C2E3E}">
      <dsp:nvSpPr>
        <dsp:cNvPr id="0" name=""/>
        <dsp:cNvSpPr/>
      </dsp:nvSpPr>
      <dsp:spPr>
        <a:xfrm>
          <a:off x="6633300" y="101977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7221EC-7D74-4185-93ED-ABF3D1FDDD88}">
      <dsp:nvSpPr>
        <dsp:cNvPr id="0" name=""/>
        <dsp:cNvSpPr/>
      </dsp:nvSpPr>
      <dsp:spPr>
        <a:xfrm>
          <a:off x="5445300" y="2516188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b="1" kern="1200"/>
            <a:t>Ejemplo</a:t>
          </a:r>
          <a:r>
            <a:rPr lang="es-ES" sz="1300" kern="1200"/>
            <a:t>: Un DBA (Administrador de Bases de Datos) puede necesitar crear nuevas tablas para almacenar datos adicionales o ajustar permisos de usuario.</a:t>
          </a:r>
          <a:endParaRPr lang="en-US" sz="1300" kern="1200"/>
        </a:p>
      </dsp:txBody>
      <dsp:txXfrm>
        <a:off x="5445300" y="2516188"/>
        <a:ext cx="432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8C5445-72C4-4843-A58D-591AA5590EC8}">
      <dsp:nvSpPr>
        <dsp:cNvPr id="0" name=""/>
        <dsp:cNvSpPr/>
      </dsp:nvSpPr>
      <dsp:spPr>
        <a:xfrm>
          <a:off x="2155518" y="4082"/>
          <a:ext cx="1990125" cy="1990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C4A596-C44F-4435-8582-BD25122F034C}">
      <dsp:nvSpPr>
        <dsp:cNvPr id="0" name=""/>
        <dsp:cNvSpPr/>
      </dsp:nvSpPr>
      <dsp:spPr>
        <a:xfrm>
          <a:off x="2579643" y="428207"/>
          <a:ext cx="1141875" cy="1141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479543-0645-4953-81A1-F97701314BA0}">
      <dsp:nvSpPr>
        <dsp:cNvPr id="0" name=""/>
        <dsp:cNvSpPr/>
      </dsp:nvSpPr>
      <dsp:spPr>
        <a:xfrm>
          <a:off x="1519331" y="2614083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 dirty="0"/>
            <a:t>Puede crear y modificar objetos de la base de datos, como tablas, vistas e índices, pero no tiene los permisos de administración total que tiene un administrador.</a:t>
          </a:r>
          <a:endParaRPr lang="en-US" sz="1100" kern="1200" dirty="0"/>
        </a:p>
      </dsp:txBody>
      <dsp:txXfrm>
        <a:off x="1519331" y="2614083"/>
        <a:ext cx="3262500" cy="720000"/>
      </dsp:txXfrm>
    </dsp:sp>
    <dsp:sp modelId="{90B3D7FC-C80C-4C70-8A2F-616BA230E417}">
      <dsp:nvSpPr>
        <dsp:cNvPr id="0" name=""/>
        <dsp:cNvSpPr/>
      </dsp:nvSpPr>
      <dsp:spPr>
        <a:xfrm>
          <a:off x="5988956" y="4082"/>
          <a:ext cx="1990125" cy="1990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759135-B603-4BA8-A579-7A543C00AFA0}">
      <dsp:nvSpPr>
        <dsp:cNvPr id="0" name=""/>
        <dsp:cNvSpPr/>
      </dsp:nvSpPr>
      <dsp:spPr>
        <a:xfrm>
          <a:off x="6413081" y="428207"/>
          <a:ext cx="1141875" cy="1141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9C6733-3F44-4839-8810-3BFE34A7F673}">
      <dsp:nvSpPr>
        <dsp:cNvPr id="0" name=""/>
        <dsp:cNvSpPr/>
      </dsp:nvSpPr>
      <dsp:spPr>
        <a:xfrm>
          <a:off x="5352768" y="2614083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b="1" kern="1200"/>
            <a:t>Ejemplo</a:t>
          </a:r>
          <a:r>
            <a:rPr lang="es-ES" sz="1100" kern="1200"/>
            <a:t>: Un desarrollador puede crear una nueva vista o modificar una existente para una aplicación.</a:t>
          </a:r>
          <a:endParaRPr lang="en-US" sz="1100" kern="1200"/>
        </a:p>
      </dsp:txBody>
      <dsp:txXfrm>
        <a:off x="5352768" y="2614083"/>
        <a:ext cx="32625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F1AE8F-713A-4B27-BE56-05D07CA6EF15}">
      <dsp:nvSpPr>
        <dsp:cNvPr id="0" name=""/>
        <dsp:cNvSpPr/>
      </dsp:nvSpPr>
      <dsp:spPr>
        <a:xfrm>
          <a:off x="1557299" y="101977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01996A-6BF6-423A-A4FA-7B19B9160DB8}">
      <dsp:nvSpPr>
        <dsp:cNvPr id="0" name=""/>
        <dsp:cNvSpPr/>
      </dsp:nvSpPr>
      <dsp:spPr>
        <a:xfrm>
          <a:off x="369299" y="2516188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Generalmente tiene permisos limitados a la ejecución de consultas y procedimientos almacenados sin modificar la estructura de la base de datos. Este rol es para usuarios que solo necesitan consultar los datos.</a:t>
          </a:r>
          <a:endParaRPr lang="en-US" sz="1300" kern="1200"/>
        </a:p>
      </dsp:txBody>
      <dsp:txXfrm>
        <a:off x="369299" y="2516188"/>
        <a:ext cx="4320000" cy="720000"/>
      </dsp:txXfrm>
    </dsp:sp>
    <dsp:sp modelId="{4CB52FCE-4B9A-4F94-B381-2E1E84C5C076}">
      <dsp:nvSpPr>
        <dsp:cNvPr id="0" name=""/>
        <dsp:cNvSpPr/>
      </dsp:nvSpPr>
      <dsp:spPr>
        <a:xfrm>
          <a:off x="6633300" y="101977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CEE945-E020-43AB-B6A3-A680968D6E6B}">
      <dsp:nvSpPr>
        <dsp:cNvPr id="0" name=""/>
        <dsp:cNvSpPr/>
      </dsp:nvSpPr>
      <dsp:spPr>
        <a:xfrm>
          <a:off x="5445300" y="2516188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b="1" kern="1200"/>
            <a:t>Ejemplo</a:t>
          </a:r>
          <a:r>
            <a:rPr lang="es-ES" sz="1300" kern="1200"/>
            <a:t>: Un analista de datos puede ejecutar consultas para generar informes sin poder modificar las tablas subyacentes.</a:t>
          </a:r>
          <a:endParaRPr lang="en-US" sz="1300" kern="1200"/>
        </a:p>
      </dsp:txBody>
      <dsp:txXfrm>
        <a:off x="5445300" y="2516188"/>
        <a:ext cx="4320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7F61B4-A76D-479E-97D3-D1224831EF9D}">
      <dsp:nvSpPr>
        <dsp:cNvPr id="0" name=""/>
        <dsp:cNvSpPr/>
      </dsp:nvSpPr>
      <dsp:spPr>
        <a:xfrm>
          <a:off x="1557299" y="41753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2902B3-196B-4F0E-A476-DECA63A1E312}">
      <dsp:nvSpPr>
        <dsp:cNvPr id="0" name=""/>
        <dsp:cNvSpPr/>
      </dsp:nvSpPr>
      <dsp:spPr>
        <a:xfrm>
          <a:off x="369299" y="2831807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Herramientas que proporcionan estadísticas sobre el rendimiento de consultas y el uso de recursos, permitiendo ajustes proactivos.</a:t>
          </a:r>
          <a:endParaRPr lang="en-US" sz="1600" kern="1200"/>
        </a:p>
      </dsp:txBody>
      <dsp:txXfrm>
        <a:off x="369299" y="2831807"/>
        <a:ext cx="4320000" cy="720000"/>
      </dsp:txXfrm>
    </dsp:sp>
    <dsp:sp modelId="{F46F682F-D87D-4999-B102-8AC8584C41DB}">
      <dsp:nvSpPr>
        <dsp:cNvPr id="0" name=""/>
        <dsp:cNvSpPr/>
      </dsp:nvSpPr>
      <dsp:spPr>
        <a:xfrm>
          <a:off x="6633300" y="41753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172713-7A5C-4319-A148-14D74794FC56}">
      <dsp:nvSpPr>
        <dsp:cNvPr id="0" name=""/>
        <dsp:cNvSpPr/>
      </dsp:nvSpPr>
      <dsp:spPr>
        <a:xfrm>
          <a:off x="5445300" y="2831807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Ejemplo</a:t>
          </a:r>
          <a:r>
            <a:rPr lang="es-ES" sz="1600" kern="1200"/>
            <a:t>: Un dashboard que muestra el uso de CPU y memoria, y el tiempo de respuesta de las consultas.</a:t>
          </a:r>
          <a:endParaRPr lang="en-US" sz="1600" kern="1200"/>
        </a:p>
      </dsp:txBody>
      <dsp:txXfrm>
        <a:off x="5445300" y="2831807"/>
        <a:ext cx="432000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B992BD-F2BB-47D6-B7CB-FBD1E655B5DB}">
      <dsp:nvSpPr>
        <dsp:cNvPr id="0" name=""/>
        <dsp:cNvSpPr/>
      </dsp:nvSpPr>
      <dsp:spPr>
        <a:xfrm>
          <a:off x="578698" y="1405641"/>
          <a:ext cx="880875" cy="880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7ED16-C362-44D5-9B28-9A004988EF1B}">
      <dsp:nvSpPr>
        <dsp:cNvPr id="0" name=""/>
        <dsp:cNvSpPr/>
      </dsp:nvSpPr>
      <dsp:spPr>
        <a:xfrm>
          <a:off x="40385" y="2584959"/>
          <a:ext cx="1957500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/>
            <a:t>Configuración de alertas para identificar y responder rápidamente a condiciones anómalas, como fallos de rendimiento o intentos de acceso no autorizados.</a:t>
          </a:r>
          <a:endParaRPr lang="en-US" sz="1100" kern="1200"/>
        </a:p>
      </dsp:txBody>
      <dsp:txXfrm>
        <a:off x="40385" y="2584959"/>
        <a:ext cx="1957500" cy="810000"/>
      </dsp:txXfrm>
    </dsp:sp>
    <dsp:sp modelId="{B05CC944-E373-4732-B408-EC2C38781389}">
      <dsp:nvSpPr>
        <dsp:cNvPr id="0" name=""/>
        <dsp:cNvSpPr/>
      </dsp:nvSpPr>
      <dsp:spPr>
        <a:xfrm>
          <a:off x="2878760" y="1405641"/>
          <a:ext cx="880875" cy="880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7AC15-732A-45F2-99C3-903403B5CFA1}">
      <dsp:nvSpPr>
        <dsp:cNvPr id="0" name=""/>
        <dsp:cNvSpPr/>
      </dsp:nvSpPr>
      <dsp:spPr>
        <a:xfrm>
          <a:off x="2340448" y="2584959"/>
          <a:ext cx="1957500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/>
            <a:t>Ejemplo</a:t>
          </a:r>
          <a:r>
            <a:rPr lang="es-ES" sz="1100" kern="1200"/>
            <a:t>: Una alerta que se dispara cuando el tiempo de respuesta de una consulta supera un umbral definido.</a:t>
          </a:r>
          <a:endParaRPr lang="en-US" sz="1100" kern="1200"/>
        </a:p>
      </dsp:txBody>
      <dsp:txXfrm>
        <a:off x="2340448" y="2584959"/>
        <a:ext cx="1957500" cy="81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2F8B8D-8940-4F9E-A5A8-4A80378A54AE}">
      <dsp:nvSpPr>
        <dsp:cNvPr id="0" name=""/>
        <dsp:cNvSpPr/>
      </dsp:nvSpPr>
      <dsp:spPr>
        <a:xfrm>
          <a:off x="0" y="2125"/>
          <a:ext cx="5343082" cy="10773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FA0B79-957F-446F-9444-D0339C6662AE}">
      <dsp:nvSpPr>
        <dsp:cNvPr id="0" name=""/>
        <dsp:cNvSpPr/>
      </dsp:nvSpPr>
      <dsp:spPr>
        <a:xfrm>
          <a:off x="325894" y="244526"/>
          <a:ext cx="592535" cy="592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FF906-CBE7-452D-AB75-291338F14B16}">
      <dsp:nvSpPr>
        <dsp:cNvPr id="0" name=""/>
        <dsp:cNvSpPr/>
      </dsp:nvSpPr>
      <dsp:spPr>
        <a:xfrm>
          <a:off x="1244325" y="2125"/>
          <a:ext cx="4098757" cy="1077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18" tIns="114018" rIns="114018" bIns="11401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Tener un plan de respaldo y recuperación es vital para proteger los datos contra pérdidas o corrupción. Los métodos incluyen:</a:t>
          </a:r>
          <a:endParaRPr lang="en-US" sz="1700" kern="1200"/>
        </a:p>
      </dsp:txBody>
      <dsp:txXfrm>
        <a:off x="1244325" y="2125"/>
        <a:ext cx="4098757" cy="1077337"/>
      </dsp:txXfrm>
    </dsp:sp>
    <dsp:sp modelId="{B415430B-9AAE-49C9-AC78-CF593F011F01}">
      <dsp:nvSpPr>
        <dsp:cNvPr id="0" name=""/>
        <dsp:cNvSpPr/>
      </dsp:nvSpPr>
      <dsp:spPr>
        <a:xfrm>
          <a:off x="0" y="1348797"/>
          <a:ext cx="5343082" cy="10773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C2231A-71DD-4466-B152-A91849D56A61}">
      <dsp:nvSpPr>
        <dsp:cNvPr id="0" name=""/>
        <dsp:cNvSpPr/>
      </dsp:nvSpPr>
      <dsp:spPr>
        <a:xfrm>
          <a:off x="325894" y="1591198"/>
          <a:ext cx="592535" cy="592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244523-DB83-43EA-B0B2-578A3CA189E4}">
      <dsp:nvSpPr>
        <dsp:cNvPr id="0" name=""/>
        <dsp:cNvSpPr/>
      </dsp:nvSpPr>
      <dsp:spPr>
        <a:xfrm>
          <a:off x="1244325" y="1348797"/>
          <a:ext cx="4098757" cy="1077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18" tIns="114018" rIns="114018" bIns="11401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700" b="1" kern="1200"/>
            <a:t>Respaldos completos</a:t>
          </a:r>
          <a:endParaRPr lang="en-US" sz="1700" kern="1200"/>
        </a:p>
      </dsp:txBody>
      <dsp:txXfrm>
        <a:off x="1244325" y="1348797"/>
        <a:ext cx="4098757" cy="1077337"/>
      </dsp:txXfrm>
    </dsp:sp>
    <dsp:sp modelId="{9618640F-04DE-466D-A1EC-549DE745E4E5}">
      <dsp:nvSpPr>
        <dsp:cNvPr id="0" name=""/>
        <dsp:cNvSpPr/>
      </dsp:nvSpPr>
      <dsp:spPr>
        <a:xfrm>
          <a:off x="0" y="2695470"/>
          <a:ext cx="5343082" cy="10773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5B5CFE-7989-444B-840B-53133CBA4F73}">
      <dsp:nvSpPr>
        <dsp:cNvPr id="0" name=""/>
        <dsp:cNvSpPr/>
      </dsp:nvSpPr>
      <dsp:spPr>
        <a:xfrm>
          <a:off x="325894" y="2937871"/>
          <a:ext cx="592535" cy="592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98ABDF-7DFD-4F59-AD17-F5D7561B2A8F}">
      <dsp:nvSpPr>
        <dsp:cNvPr id="0" name=""/>
        <dsp:cNvSpPr/>
      </dsp:nvSpPr>
      <dsp:spPr>
        <a:xfrm>
          <a:off x="1244325" y="2695470"/>
          <a:ext cx="4098757" cy="1077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18" tIns="114018" rIns="114018" bIns="11401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700" b="1" kern="1200"/>
            <a:t>Respaldos incrementales</a:t>
          </a:r>
          <a:endParaRPr lang="en-US" sz="1700" kern="1200"/>
        </a:p>
      </dsp:txBody>
      <dsp:txXfrm>
        <a:off x="1244325" y="2695470"/>
        <a:ext cx="4098757" cy="1077337"/>
      </dsp:txXfrm>
    </dsp:sp>
    <dsp:sp modelId="{AEEB3893-6345-47E7-8371-BA3D65045C63}">
      <dsp:nvSpPr>
        <dsp:cNvPr id="0" name=""/>
        <dsp:cNvSpPr/>
      </dsp:nvSpPr>
      <dsp:spPr>
        <a:xfrm>
          <a:off x="0" y="4042142"/>
          <a:ext cx="5343082" cy="10773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3936B9-1599-44D7-BD37-A662A340637C}">
      <dsp:nvSpPr>
        <dsp:cNvPr id="0" name=""/>
        <dsp:cNvSpPr/>
      </dsp:nvSpPr>
      <dsp:spPr>
        <a:xfrm>
          <a:off x="325894" y="4284543"/>
          <a:ext cx="592535" cy="5925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C40910-FE42-4FF8-B97C-D3FDC75CDC17}">
      <dsp:nvSpPr>
        <dsp:cNvPr id="0" name=""/>
        <dsp:cNvSpPr/>
      </dsp:nvSpPr>
      <dsp:spPr>
        <a:xfrm>
          <a:off x="1244325" y="4042142"/>
          <a:ext cx="4098757" cy="1077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18" tIns="114018" rIns="114018" bIns="11401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700" b="1" kern="1200"/>
            <a:t>Puntos de recuperación</a:t>
          </a:r>
          <a:endParaRPr lang="en-US" sz="1700" kern="1200"/>
        </a:p>
      </dsp:txBody>
      <dsp:txXfrm>
        <a:off x="1244325" y="4042142"/>
        <a:ext cx="4098757" cy="107733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EEB427-9BB1-4F70-93A5-15055454EF74}">
      <dsp:nvSpPr>
        <dsp:cNvPr id="0" name=""/>
        <dsp:cNvSpPr/>
      </dsp:nvSpPr>
      <dsp:spPr>
        <a:xfrm>
          <a:off x="496776" y="964676"/>
          <a:ext cx="1441125" cy="1441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5EF889-DC2D-4F53-BFAA-CED3742BFD97}">
      <dsp:nvSpPr>
        <dsp:cNvPr id="0" name=""/>
        <dsp:cNvSpPr/>
      </dsp:nvSpPr>
      <dsp:spPr>
        <a:xfrm>
          <a:off x="803901" y="1271801"/>
          <a:ext cx="826875" cy="826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4EDAD0-51B8-4B69-A0D8-A023E3845260}">
      <dsp:nvSpPr>
        <dsp:cNvPr id="0" name=""/>
        <dsp:cNvSpPr/>
      </dsp:nvSpPr>
      <dsp:spPr>
        <a:xfrm>
          <a:off x="36089" y="2854676"/>
          <a:ext cx="2362500" cy="96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Hacer una copia de seguridad de toda la base de datos periódicamente para asegurar que se puede recuperar todo el sistema en caso de fallo.</a:t>
          </a:r>
          <a:endParaRPr lang="en-US" sz="1100" kern="1200"/>
        </a:p>
      </dsp:txBody>
      <dsp:txXfrm>
        <a:off x="36089" y="2854676"/>
        <a:ext cx="2362500" cy="967500"/>
      </dsp:txXfrm>
    </dsp:sp>
    <dsp:sp modelId="{4DEC172F-53A8-4513-B6E0-1606C9652CCD}">
      <dsp:nvSpPr>
        <dsp:cNvPr id="0" name=""/>
        <dsp:cNvSpPr/>
      </dsp:nvSpPr>
      <dsp:spPr>
        <a:xfrm>
          <a:off x="3272714" y="964676"/>
          <a:ext cx="1441125" cy="1441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31CBC5-E40C-409D-AFF4-D428D89F2D15}">
      <dsp:nvSpPr>
        <dsp:cNvPr id="0" name=""/>
        <dsp:cNvSpPr/>
      </dsp:nvSpPr>
      <dsp:spPr>
        <a:xfrm>
          <a:off x="3579839" y="1271801"/>
          <a:ext cx="826875" cy="826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A22D2-0E95-48D6-B440-1F76C27BAB55}">
      <dsp:nvSpPr>
        <dsp:cNvPr id="0" name=""/>
        <dsp:cNvSpPr/>
      </dsp:nvSpPr>
      <dsp:spPr>
        <a:xfrm>
          <a:off x="2812026" y="2854676"/>
          <a:ext cx="2362500" cy="96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b="1" kern="1200"/>
            <a:t>Ejemplo</a:t>
          </a:r>
          <a:r>
            <a:rPr lang="es-ES" sz="1100" kern="1200"/>
            <a:t>: Realizar un respaldo completo semanal de la base de datos corporativa.</a:t>
          </a:r>
          <a:endParaRPr lang="en-US" sz="1100" kern="1200"/>
        </a:p>
      </dsp:txBody>
      <dsp:txXfrm>
        <a:off x="2812026" y="2854676"/>
        <a:ext cx="2362500" cy="9675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9A3DC0-CDC1-430B-9E09-E604252396DE}">
      <dsp:nvSpPr>
        <dsp:cNvPr id="0" name=""/>
        <dsp:cNvSpPr/>
      </dsp:nvSpPr>
      <dsp:spPr>
        <a:xfrm>
          <a:off x="412057" y="1050300"/>
          <a:ext cx="1200937" cy="12009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32DEE8-65AE-4B5C-AB1B-DC7E94A9A67A}">
      <dsp:nvSpPr>
        <dsp:cNvPr id="0" name=""/>
        <dsp:cNvSpPr/>
      </dsp:nvSpPr>
      <dsp:spPr>
        <a:xfrm>
          <a:off x="667995" y="1306237"/>
          <a:ext cx="689062" cy="689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9DBA5-4C01-4D49-824A-67B9D4ACE34A}">
      <dsp:nvSpPr>
        <dsp:cNvPr id="0" name=""/>
        <dsp:cNvSpPr/>
      </dsp:nvSpPr>
      <dsp:spPr>
        <a:xfrm>
          <a:off x="28151" y="2625300"/>
          <a:ext cx="1968750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Guardar solo los cambios realizados desde el último respaldo completo, lo que ahorra tiempo y espacio de almacenamiento.</a:t>
          </a:r>
          <a:endParaRPr lang="en-US" sz="1100" kern="1200"/>
        </a:p>
      </dsp:txBody>
      <dsp:txXfrm>
        <a:off x="28151" y="2625300"/>
        <a:ext cx="1968750" cy="1125000"/>
      </dsp:txXfrm>
    </dsp:sp>
    <dsp:sp modelId="{094F4E10-70A8-4FC1-BEF0-CD50BE02FCE1}">
      <dsp:nvSpPr>
        <dsp:cNvPr id="0" name=""/>
        <dsp:cNvSpPr/>
      </dsp:nvSpPr>
      <dsp:spPr>
        <a:xfrm>
          <a:off x="2725338" y="1050300"/>
          <a:ext cx="1200937" cy="12009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67E49B-CFA7-4C04-ADAE-139582A42820}">
      <dsp:nvSpPr>
        <dsp:cNvPr id="0" name=""/>
        <dsp:cNvSpPr/>
      </dsp:nvSpPr>
      <dsp:spPr>
        <a:xfrm>
          <a:off x="2981276" y="1306237"/>
          <a:ext cx="689062" cy="689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13A293-B46D-47A1-9D6C-5E752C569341}">
      <dsp:nvSpPr>
        <dsp:cNvPr id="0" name=""/>
        <dsp:cNvSpPr/>
      </dsp:nvSpPr>
      <dsp:spPr>
        <a:xfrm>
          <a:off x="2341432" y="2625300"/>
          <a:ext cx="1968750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b="1" kern="1200"/>
            <a:t>Ejemplo</a:t>
          </a:r>
          <a:r>
            <a:rPr lang="es-ES" sz="1100" kern="1200"/>
            <a:t>: Realizar respaldos incrementales diarios para capturar solo los cambios recientes.</a:t>
          </a:r>
          <a:endParaRPr lang="en-US" sz="1100" kern="1200"/>
        </a:p>
      </dsp:txBody>
      <dsp:txXfrm>
        <a:off x="2341432" y="2625300"/>
        <a:ext cx="1968750" cy="1125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BE0600-82EE-4280-A95C-1893D5F1343F}">
      <dsp:nvSpPr>
        <dsp:cNvPr id="0" name=""/>
        <dsp:cNvSpPr/>
      </dsp:nvSpPr>
      <dsp:spPr>
        <a:xfrm>
          <a:off x="496776" y="964676"/>
          <a:ext cx="1441125" cy="1441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CF765F-E6FD-444F-917D-188F4AB699A1}">
      <dsp:nvSpPr>
        <dsp:cNvPr id="0" name=""/>
        <dsp:cNvSpPr/>
      </dsp:nvSpPr>
      <dsp:spPr>
        <a:xfrm>
          <a:off x="803901" y="1271801"/>
          <a:ext cx="826875" cy="826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D7859F-C688-4186-9415-9157D086949E}">
      <dsp:nvSpPr>
        <dsp:cNvPr id="0" name=""/>
        <dsp:cNvSpPr/>
      </dsp:nvSpPr>
      <dsp:spPr>
        <a:xfrm>
          <a:off x="36089" y="2854676"/>
          <a:ext cx="2362500" cy="96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Permiten restaurar la base de datos a un estado específico en el tiempo, útil para recuperar datos en caso de errores o corrupción.</a:t>
          </a:r>
          <a:endParaRPr lang="en-US" sz="1100" kern="1200"/>
        </a:p>
      </dsp:txBody>
      <dsp:txXfrm>
        <a:off x="36089" y="2854676"/>
        <a:ext cx="2362500" cy="967500"/>
      </dsp:txXfrm>
    </dsp:sp>
    <dsp:sp modelId="{AF56992A-950A-458C-B89D-BE5A1AF7F4B3}">
      <dsp:nvSpPr>
        <dsp:cNvPr id="0" name=""/>
        <dsp:cNvSpPr/>
      </dsp:nvSpPr>
      <dsp:spPr>
        <a:xfrm>
          <a:off x="3272714" y="964676"/>
          <a:ext cx="1441125" cy="1441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93B014-CCB5-4CFC-B5D8-9170519CD4AF}">
      <dsp:nvSpPr>
        <dsp:cNvPr id="0" name=""/>
        <dsp:cNvSpPr/>
      </dsp:nvSpPr>
      <dsp:spPr>
        <a:xfrm>
          <a:off x="3579839" y="1271801"/>
          <a:ext cx="826875" cy="826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934BAE-595F-4AC8-B237-F7E8AB375F68}">
      <dsp:nvSpPr>
        <dsp:cNvPr id="0" name=""/>
        <dsp:cNvSpPr/>
      </dsp:nvSpPr>
      <dsp:spPr>
        <a:xfrm>
          <a:off x="2812026" y="2854676"/>
          <a:ext cx="2362500" cy="96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b="1" kern="1200"/>
            <a:t>Ejemplo</a:t>
          </a:r>
          <a:r>
            <a:rPr lang="es-ES" sz="1100" kern="1200"/>
            <a:t>: Restaurar la base de datos al estado de hace dos horas después de detectar un error en una actualización masiva.</a:t>
          </a:r>
          <a:endParaRPr lang="en-US" sz="1100" kern="1200"/>
        </a:p>
      </dsp:txBody>
      <dsp:txXfrm>
        <a:off x="2812026" y="2854676"/>
        <a:ext cx="2362500" cy="967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3B3C7E-BC2D-4436-8B03-AC421FA66787}"/>
              </a:ext>
            </a:extLst>
          </p:cNvPr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6887E-4265-46F7-9DE0-605FFFC907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5130" y="1066800"/>
            <a:ext cx="8112369" cy="207311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 cap="all" spc="39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B1A74-54F5-45CA-8922-87FFD5751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804" y="4876802"/>
            <a:ext cx="7821637" cy="10286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BE6EF-9D0F-4ABF-B92C-E967FE3F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B150-954C-4F02-89AC-DA7163D7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965" y="6245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16270-CBD7-4ACC-BFC5-9CADE722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5D0C1-066E-4C02-A6B8-59FAE4A19724}"/>
              </a:ext>
            </a:extLst>
          </p:cNvPr>
          <p:cNvGrpSpPr/>
          <p:nvPr/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56947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94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5577-D71B-4279-B07A-62F703E5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8367D-C35C-4023-BEBE-F834D033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CF8A-B8C6-496A-98A5-BBB52DB7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DE45C10-227D-42DF-A888-EEFD3784F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900" y="750338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214944-8898-48BC-AE6F-065DA7BBB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80478" y="4714704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B3AAB-30C4-441D-B481-D253F8325953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CB6176-5585-40BC-BC9C-CA625F989F1B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C4F1D9-97D8-43DD-A319-C56367F97FCE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5E64ED-B373-4866-B5A2-E805D31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91" y="1274475"/>
            <a:ext cx="3761832" cy="2823913"/>
          </a:xfrm>
        </p:spPr>
        <p:txBody>
          <a:bodyPr anchor="b">
            <a:normAutofit/>
          </a:bodyPr>
          <a:lstStyle>
            <a:lvl1pPr algn="ctr">
              <a:defRPr sz="3200" cap="all" spc="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6168-DDAE-41B2-A0D5-42185A2D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6756" y="2730304"/>
            <a:ext cx="4383030" cy="13973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5797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25EB-71EE-41B3-89D2-47A0C7C3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2F7D-C4AD-4BD4-AAC8-F0223EE4A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7305" y="2155369"/>
            <a:ext cx="4953000" cy="399832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FB088-28C6-4667-8DF2-0DE32AE3E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095F-AE34-4E94-B722-E3A1205A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A8E6-BD94-48EA-8F35-DA0DF910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8AEF-56B8-49F5-81E8-663B1FFA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42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873F-001F-4254-97F3-05329E6A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55171"/>
            <a:ext cx="10134600" cy="11355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B575-060F-4296-A28A-93DA109F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7306" y="1801620"/>
            <a:ext cx="4849036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1A51-F4D1-4A02-9918-C416F820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7306" y="2619103"/>
            <a:ext cx="4849036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916D0-3DFE-455D-9888-3FDEFD3D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108" y="1801620"/>
            <a:ext cx="4904585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3D763-0643-4A48-8007-93391C59F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108" y="2619103"/>
            <a:ext cx="4904585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2D07B-3A5D-41C2-83B8-BD1AD652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C1367-FE5A-4CDD-B85B-724FFFE5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F244-23EB-4E1A-B74F-77F23F87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87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6C0A-BEF4-4DE4-A9D2-C60298FC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7C0AC-3C98-4D68-AE72-CFFA1638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7722A-E2E4-45D2-8A20-4853ED68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B9201-B20B-4412-B745-F2F6A91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36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4889A-9ABE-4409-BAD8-F84C36C1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A5A70-FE21-4CB6-A67B-1DC798E9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AD11-7FD2-432C-A6AB-395BE927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604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7CF-9CDD-4E78-8F35-A2FFE786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4BFE-7A85-4123-B0F7-4DB1C141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6800"/>
            <a:ext cx="6172200" cy="48386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EFD6D-1929-4A73-A860-22A36FF5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99A5-94A1-4452-AFF0-918BDA8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89D8-DD83-406C-A77A-176D2399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6024-82ED-40EF-8846-F6CC44B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569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2FA-83A4-42AF-98D7-312C4C5A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F1DC8-2932-4C6E-BFBB-8BA1C9598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5942012" cy="4838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E0000-EF01-46A5-8A71-25FB7EA3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AD40B-9246-4532-9F73-5BA9061C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6B9A0-5B1C-4F7B-828A-EF74E514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99FB-C932-4165-A612-8B302D8F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12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1126-542A-43AD-8078-EE356516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5F98B-5F32-4561-BFBC-9F6E5DA0A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28700" y="2161903"/>
            <a:ext cx="10134600" cy="3743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D0DD-B04E-4E48-8EE1-51E46131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352D-F9C0-4442-9601-A09A7655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0801-9C45-40AE-AB33-5742CDA4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58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46561-59BF-4566-AD2C-9B05C477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6250" y="723899"/>
            <a:ext cx="2271849" cy="5410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7870-6CBD-47E2-854C-68141BAA1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8302534" cy="5410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FAF3-C106-49CB-A845-1FC7F731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D5CCC-00E8-48FA-91A6-921E7B64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1751-E7AA-406D-A977-1ACEF1FB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8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E7638-D991-46E7-BF2C-67D1AC8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C6B9C-4923-4DAB-9748-D5CD289E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78CF6-4B33-40E4-B881-5F4C56837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857E-F564-4539-9984-10435B614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ABEF-B998-4B11-A878-8F492F8E3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B54D17-3792-403D-9127-495845021D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40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 rtl="0" eaLnBrk="1" latinLnBrk="0" hangingPunct="1">
        <a:lnSpc>
          <a:spcPct val="11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D8EACB7-D372-470B-B76E-A829D0031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ídeo 3" descr="Servidores de equipo">
            <a:extLst>
              <a:ext uri="{FF2B5EF4-FFF2-40B4-BE49-F238E27FC236}">
                <a16:creationId xmlns:a16="http://schemas.microsoft.com/office/drawing/2014/main" id="{C010EE85-D10A-A04E-BFFA-17DAAF3CDDF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r="-1" b="283"/>
          <a:stretch/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FDCD62BB-F134-412E-AF5B-602B0445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900" y="750337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A657EE-5478-0BEA-5E4C-A3AC65DC89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8561" y="1066800"/>
            <a:ext cx="3931320" cy="226719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ES" sz="2200"/>
              <a:t>Optimización de bases de datos y Arquitectura de un gestor de bases de datos relacional</a:t>
            </a:r>
            <a:endParaRPr lang="es-EC" sz="22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1732D3A-CFF0-45BE-AD79-F83D0272C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80479" y="3871114"/>
            <a:ext cx="867485" cy="115439"/>
            <a:chOff x="8910933" y="1861308"/>
            <a:chExt cx="867485" cy="11543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92F72C-7FB6-49C8-A402-D5DC42DB67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C92C2E1-605F-49BD-8AC8-DC52B3015E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8BE2E0F-EE6D-4748-AB8F-724D0DDC6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338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5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58E38A4-F699-490C-8D1F-E8AD332D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9C6AAB-48AC-41A3-95C2-6BF83715D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EE861B-7D2F-4B7C-A6E3-5937E81B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081" y="159026"/>
            <a:ext cx="11886519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9B93A7-F3F7-9AC1-A16E-3EBAD75A0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1"/>
            <a:ext cx="5836920" cy="1288884"/>
          </a:xfrm>
        </p:spPr>
        <p:txBody>
          <a:bodyPr anchor="b">
            <a:normAutofit/>
          </a:bodyPr>
          <a:lstStyle/>
          <a:p>
            <a:pPr algn="ctr"/>
            <a:r>
              <a:rPr lang="es-ES" dirty="0"/>
              <a:t>Optimización de bases de datos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CDD745-CE12-A344-3431-F3F8529E6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529" y="2732545"/>
            <a:ext cx="5384169" cy="3232826"/>
          </a:xfrm>
        </p:spPr>
        <p:txBody>
          <a:bodyPr anchor="t">
            <a:normAutofit/>
          </a:bodyPr>
          <a:lstStyle/>
          <a:p>
            <a:pPr algn="ctr"/>
            <a:r>
              <a:rPr lang="es-ES" dirty="0"/>
              <a:t>Los índices son estructuras que permiten acceder rápidamente a los datos en una base de datos relacional. Funcionan como el índice de un libro, facilitando la búsqueda de información específica sin tener que recorrer todas las páginas.</a:t>
            </a:r>
            <a:endParaRPr lang="es-EC" dirty="0"/>
          </a:p>
        </p:txBody>
      </p:sp>
      <p:pic>
        <p:nvPicPr>
          <p:cNvPr id="22" name="Graphic 21" descr="Base de datos">
            <a:extLst>
              <a:ext uri="{FF2B5EF4-FFF2-40B4-BE49-F238E27FC236}">
                <a16:creationId xmlns:a16="http://schemas.microsoft.com/office/drawing/2014/main" id="{D344E263-C239-2982-E774-0EDEAB08F5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1239" y="1547707"/>
            <a:ext cx="3666392" cy="3666392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073091F1-AA5A-47C6-9502-D5870A72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3418" y="2320171"/>
            <a:ext cx="867485" cy="115439"/>
            <a:chOff x="8910933" y="1861308"/>
            <a:chExt cx="867485" cy="115439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085C4F7-6E91-4DF6-BB01-A46132BC3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5476588-B9AD-4662-A085-8E4D91493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CDB34B3-D348-476E-BE7F-1139370F4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44335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B22176A-41DB-4D9A-9B6F-F2296F1ED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4A8DF5-445E-49C5-B10A-8DF5FEFBC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4E38D9-EFB8-40B5-B42B-514FBF18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2BD863-7724-2F95-D2EB-EC8766B8D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963919"/>
            <a:ext cx="10134600" cy="1036994"/>
          </a:xfrm>
        </p:spPr>
        <p:txBody>
          <a:bodyPr anchor="b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C" sz="2000" b="0" i="0">
                <a:effectLst/>
                <a:highlight>
                  <a:srgbClr val="F8F9FA"/>
                </a:highlight>
                <a:latin typeface="-apple-system"/>
              </a:rPr>
              <a:t>Índices de bases de datos relacionales.</a:t>
            </a:r>
            <a:br>
              <a:rPr lang="es-EC" sz="2000" b="0" i="0">
                <a:effectLst/>
                <a:highlight>
                  <a:srgbClr val="F8F9FA"/>
                </a:highlight>
                <a:latin typeface="-apple-system"/>
              </a:rPr>
            </a:br>
            <a:br>
              <a:rPr lang="es-EC" sz="2000"/>
            </a:br>
            <a:endParaRPr lang="es-EC" sz="200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87FFE71-34DC-4C53-AE0F-6B141D08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7" y="2169459"/>
            <a:ext cx="867485" cy="115439"/>
            <a:chOff x="8910933" y="1861308"/>
            <a:chExt cx="867485" cy="115439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7DF92F1-0E20-46AC-BB8F-F66926B40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FA14CB4-8459-4D23-B4FF-8F9868E3F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A0C763F-37C4-4E00-AEB2-8867F4AA2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3" name="Rectangle 1">
            <a:extLst>
              <a:ext uri="{FF2B5EF4-FFF2-40B4-BE49-F238E27FC236}">
                <a16:creationId xmlns:a16="http://schemas.microsoft.com/office/drawing/2014/main" id="{7885560E-5E1F-C4A0-B77B-A726BABE88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0155281"/>
              </p:ext>
            </p:extLst>
          </p:nvPr>
        </p:nvGraphicFramePr>
        <p:xfrm>
          <a:off x="1028700" y="2749258"/>
          <a:ext cx="10134600" cy="3338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06271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58E38A4-F699-490C-8D1F-E8AD332D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9C6AAB-48AC-41A3-95C2-6BF83715D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EE861B-7D2F-4B7C-A6E3-5937E81B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081" y="159026"/>
            <a:ext cx="11886519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187D4F-6296-5610-8091-A1FA041D7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1"/>
            <a:ext cx="5836920" cy="1288884"/>
          </a:xfrm>
        </p:spPr>
        <p:txBody>
          <a:bodyPr anchor="b">
            <a:normAutofit/>
          </a:bodyPr>
          <a:lstStyle/>
          <a:p>
            <a:pPr algn="ctr"/>
            <a:r>
              <a:rPr lang="es-EC" b="1" dirty="0"/>
              <a:t>Índices únicos</a:t>
            </a:r>
            <a:r>
              <a:rPr lang="es-EC" dirty="0"/>
              <a:t>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66556C-582F-48CB-3034-7640B5CEF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529" y="2732545"/>
            <a:ext cx="5384169" cy="3232826"/>
          </a:xfrm>
        </p:spPr>
        <p:txBody>
          <a:bodyPr anchor="t">
            <a:normAutofit/>
          </a:bodyPr>
          <a:lstStyle/>
          <a:p>
            <a:pPr algn="ctr"/>
            <a:r>
              <a:rPr lang="es-ES" dirty="0"/>
              <a:t>Aseguran que los valores en una columna sean únicos, evitando duplicados. Son cruciales para mantener la integridad de los datos, como en campos de clave primaria.</a:t>
            </a:r>
            <a:endParaRPr lang="es-ES"/>
          </a:p>
          <a:p>
            <a:pPr algn="ctr"/>
            <a:r>
              <a:rPr lang="es-ES" b="1" dirty="0"/>
              <a:t>Ejemplo</a:t>
            </a:r>
            <a:r>
              <a:rPr lang="es-ES" dirty="0"/>
              <a:t>: Si tenemos una tabla de usuarios, un índice único en la columna "email" garantiza que no haya dos usuarios con el mismo correo electrónico.</a:t>
            </a:r>
            <a:endParaRPr lang="es-ES"/>
          </a:p>
          <a:p>
            <a:pPr algn="ctr"/>
            <a:endParaRPr lang="es-EC"/>
          </a:p>
        </p:txBody>
      </p:sp>
      <p:pic>
        <p:nvPicPr>
          <p:cNvPr id="7" name="Graphic 6" descr="Phishing">
            <a:extLst>
              <a:ext uri="{FF2B5EF4-FFF2-40B4-BE49-F238E27FC236}">
                <a16:creationId xmlns:a16="http://schemas.microsoft.com/office/drawing/2014/main" id="{2D05A171-1EC2-E063-96CB-04A506055B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1239" y="1547707"/>
            <a:ext cx="3666392" cy="366639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073091F1-AA5A-47C6-9502-D5870A72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3418" y="2320171"/>
            <a:ext cx="867485" cy="115439"/>
            <a:chOff x="8910933" y="1861308"/>
            <a:chExt cx="867485" cy="11543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085C4F7-6E91-4DF6-BB01-A46132BC3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5476588-B9AD-4662-A085-8E4D91493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CDB34B3-D348-476E-BE7F-1139370F4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694240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22176A-41DB-4D9A-9B6F-F2296F1ED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4A8DF5-445E-49C5-B10A-8DF5FEFBC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4E38D9-EFB8-40B5-B42B-514FBF18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95ACA11-DCDB-3E08-1927-9C0FEB5AA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963919"/>
            <a:ext cx="10134600" cy="1036994"/>
          </a:xfrm>
        </p:spPr>
        <p:txBody>
          <a:bodyPr anchor="b">
            <a:normAutofit/>
          </a:bodyPr>
          <a:lstStyle/>
          <a:p>
            <a:pPr algn="ctr"/>
            <a:r>
              <a:rPr lang="es-EC" b="1" dirty="0"/>
              <a:t>Índices compuestos</a:t>
            </a:r>
            <a:r>
              <a:rPr lang="es-EC" dirty="0"/>
              <a:t>: </a:t>
            </a:r>
            <a:endParaRPr lang="es-EC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7FFE71-34DC-4C53-AE0F-6B141D08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7" y="2169459"/>
            <a:ext cx="867485" cy="115439"/>
            <a:chOff x="8910933" y="1861308"/>
            <a:chExt cx="867485" cy="11543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7DF92F1-0E20-46AC-BB8F-F66926B40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FA14CB4-8459-4D23-B4FF-8F9868E3F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0C763F-37C4-4E00-AEB2-8867F4AA2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4B8B735-AA26-1294-5909-98559EF31D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6026019"/>
              </p:ext>
            </p:extLst>
          </p:nvPr>
        </p:nvGraphicFramePr>
        <p:xfrm>
          <a:off x="1028700" y="2749258"/>
          <a:ext cx="10134600" cy="3338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35178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22176A-41DB-4D9A-9B6F-F2296F1ED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4A8DF5-445E-49C5-B10A-8DF5FEFBC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4E38D9-EFB8-40B5-B42B-514FBF18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C3A991-F0ED-23A6-18E9-30AE97646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963919"/>
            <a:ext cx="10134600" cy="1036994"/>
          </a:xfrm>
        </p:spPr>
        <p:txBody>
          <a:bodyPr anchor="b">
            <a:normAutofit/>
          </a:bodyPr>
          <a:lstStyle/>
          <a:p>
            <a:pPr algn="ctr"/>
            <a:r>
              <a:rPr lang="es-EC" b="1" dirty="0"/>
              <a:t>Índices de texto completo</a:t>
            </a:r>
            <a:r>
              <a:rPr lang="es-EC" dirty="0"/>
              <a:t>: </a:t>
            </a:r>
            <a:endParaRPr lang="es-EC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7FFE71-34DC-4C53-AE0F-6B141D08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7" y="2169459"/>
            <a:ext cx="867485" cy="115439"/>
            <a:chOff x="8910933" y="1861308"/>
            <a:chExt cx="867485" cy="11543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7DF92F1-0E20-46AC-BB8F-F66926B40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FA14CB4-8459-4D23-B4FF-8F9868E3F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0C763F-37C4-4E00-AEB2-8867F4AA2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34C433C5-3C55-04BE-D5BA-4C383FA9D2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2828433"/>
              </p:ext>
            </p:extLst>
          </p:nvPr>
        </p:nvGraphicFramePr>
        <p:xfrm>
          <a:off x="1028700" y="2749258"/>
          <a:ext cx="10134600" cy="3338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71536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358860B5-4C8B-4A85-9C61-6C38237AA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8C88D8DB-F336-4940-A141-657B45C9F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Codideep">
            <a:extLst>
              <a:ext uri="{FF2B5EF4-FFF2-40B4-BE49-F238E27FC236}">
                <a16:creationId xmlns:a16="http://schemas.microsoft.com/office/drawing/2014/main" id="{A8C914A0-00FD-561B-D5CF-C50C1F5BA3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11"/>
          <a:stretch/>
        </p:blipFill>
        <p:spPr bwMode="auto">
          <a:xfrm>
            <a:off x="20" y="1"/>
            <a:ext cx="1219197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Rectangle 5">
            <a:extLst>
              <a:ext uri="{FF2B5EF4-FFF2-40B4-BE49-F238E27FC236}">
                <a16:creationId xmlns:a16="http://schemas.microsoft.com/office/drawing/2014/main" id="{59F0F49B-3281-41C6-B073-D00425151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701" y="1028406"/>
            <a:ext cx="4038600" cy="484107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3806E2-E2C9-D41A-51F3-1DC7DE11C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940" y="1700294"/>
            <a:ext cx="3246119" cy="2608006"/>
          </a:xfrm>
        </p:spPr>
        <p:txBody>
          <a:bodyPr anchor="ctr">
            <a:normAutofit/>
          </a:bodyPr>
          <a:lstStyle/>
          <a:p>
            <a:pPr algn="ctr"/>
            <a:r>
              <a:rPr lang="es-ES" b="1"/>
              <a:t>Creación de Vistas en Bases de Datos</a:t>
            </a:r>
            <a:br>
              <a:rPr lang="es-ES" b="1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3C2A52-3CBE-EBC5-0C31-91415CDFE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7877" y="1035050"/>
            <a:ext cx="4452968" cy="4800600"/>
          </a:xfr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/>
          <a:p>
            <a:pPr algn="ctr"/>
            <a:r>
              <a:rPr lang="es-ES">
                <a:solidFill>
                  <a:schemeClr val="bg1"/>
                </a:solidFill>
              </a:rPr>
              <a:t>Las vistas son consultas almacenadas que se comportan como tablas virtuales. Simplifican la gestión de datos complejos y pueden mejorar la seguridad al restringir el acceso a ciertos datos.</a:t>
            </a:r>
            <a:endParaRPr lang="es-EC">
              <a:solidFill>
                <a:schemeClr val="bg1"/>
              </a:solidFill>
            </a:endParaRPr>
          </a:p>
        </p:txBody>
      </p:sp>
      <p:grpSp>
        <p:nvGrpSpPr>
          <p:cNvPr id="2061" name="Group 2060">
            <a:extLst>
              <a:ext uri="{FF2B5EF4-FFF2-40B4-BE49-F238E27FC236}">
                <a16:creationId xmlns:a16="http://schemas.microsoft.com/office/drawing/2014/main" id="{BD2492B2-B8B7-4A51-ABA9-EB4480F77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614259" y="4550150"/>
            <a:ext cx="867485" cy="115439"/>
            <a:chOff x="8910933" y="1861308"/>
            <a:chExt cx="867485" cy="115439"/>
          </a:xfrm>
        </p:grpSpPr>
        <p:sp>
          <p:nvSpPr>
            <p:cNvPr id="2062" name="Rectangle 2061">
              <a:extLst>
                <a:ext uri="{FF2B5EF4-FFF2-40B4-BE49-F238E27FC236}">
                  <a16:creationId xmlns:a16="http://schemas.microsoft.com/office/drawing/2014/main" id="{EE25C357-E66E-42A1-A409-1235486B5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63" name="Straight Connector 2062">
              <a:extLst>
                <a:ext uri="{FF2B5EF4-FFF2-40B4-BE49-F238E27FC236}">
                  <a16:creationId xmlns:a16="http://schemas.microsoft.com/office/drawing/2014/main" id="{46318FBB-DA09-4FF6-B480-C513819F1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2063">
              <a:extLst>
                <a:ext uri="{FF2B5EF4-FFF2-40B4-BE49-F238E27FC236}">
                  <a16:creationId xmlns:a16="http://schemas.microsoft.com/office/drawing/2014/main" id="{567E98EC-5AA4-4A5A-9F6D-20968E3A5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71" name="Group 2065">
            <a:extLst>
              <a:ext uri="{FF2B5EF4-FFF2-40B4-BE49-F238E27FC236}">
                <a16:creationId xmlns:a16="http://schemas.microsoft.com/office/drawing/2014/main" id="{E30DE9CB-4267-487A-915E-5665607E9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614258" y="4550150"/>
            <a:ext cx="867485" cy="115439"/>
            <a:chOff x="8910933" y="1861308"/>
            <a:chExt cx="867485" cy="115439"/>
          </a:xfrm>
        </p:grpSpPr>
        <p:sp>
          <p:nvSpPr>
            <p:cNvPr id="2072" name="Rectangle 2066">
              <a:extLst>
                <a:ext uri="{FF2B5EF4-FFF2-40B4-BE49-F238E27FC236}">
                  <a16:creationId xmlns:a16="http://schemas.microsoft.com/office/drawing/2014/main" id="{E237361B-A61F-4EEA-8554-10DEFF0AB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2068" name="Straight Connector 2067">
              <a:extLst>
                <a:ext uri="{FF2B5EF4-FFF2-40B4-BE49-F238E27FC236}">
                  <a16:creationId xmlns:a16="http://schemas.microsoft.com/office/drawing/2014/main" id="{BBBC8A6A-A883-4F9C-82BA-607223F36C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9" name="Straight Connector 2068">
              <a:extLst>
                <a:ext uri="{FF2B5EF4-FFF2-40B4-BE49-F238E27FC236}">
                  <a16:creationId xmlns:a16="http://schemas.microsoft.com/office/drawing/2014/main" id="{E234343E-05EC-4327-BA72-FD68FF049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267660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22176A-41DB-4D9A-9B6F-F2296F1ED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4A8DF5-445E-49C5-B10A-8DF5FEFBC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4E38D9-EFB8-40B5-B42B-514FBF18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52F650-DFA0-0AD0-3D37-706801D77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963919"/>
            <a:ext cx="10134600" cy="1036994"/>
          </a:xfrm>
        </p:spPr>
        <p:txBody>
          <a:bodyPr anchor="b">
            <a:normAutofit/>
          </a:bodyPr>
          <a:lstStyle/>
          <a:p>
            <a:pPr algn="ctr"/>
            <a:r>
              <a:rPr lang="es-EC" b="1" dirty="0"/>
              <a:t>Vistas materializadas</a:t>
            </a:r>
            <a:r>
              <a:rPr lang="es-EC" dirty="0"/>
              <a:t>:</a:t>
            </a:r>
            <a:endParaRPr lang="es-EC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7FFE71-34DC-4C53-AE0F-6B141D08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7" y="2169459"/>
            <a:ext cx="867485" cy="115439"/>
            <a:chOff x="8910933" y="1861308"/>
            <a:chExt cx="867485" cy="11543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7DF92F1-0E20-46AC-BB8F-F66926B40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FA14CB4-8459-4D23-B4FF-8F9868E3F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0C763F-37C4-4E00-AEB2-8867F4AA2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8CF10FF8-E67D-0412-B9D0-B15FF772B4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2476579"/>
              </p:ext>
            </p:extLst>
          </p:nvPr>
        </p:nvGraphicFramePr>
        <p:xfrm>
          <a:off x="1028700" y="2749258"/>
          <a:ext cx="10134600" cy="3338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1773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51A01047-632B-4F57-9CDB-AA680D5BB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5">
            <a:extLst>
              <a:ext uri="{FF2B5EF4-FFF2-40B4-BE49-F238E27FC236}">
                <a16:creationId xmlns:a16="http://schemas.microsoft.com/office/drawing/2014/main" id="{48EF695B-E7DE-4164-862A-9CD06DFB0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900" y="723900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1F9F4E-DD74-5B2A-AFD7-DD221F356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883" y="1000366"/>
            <a:ext cx="3995397" cy="1239627"/>
          </a:xfrm>
        </p:spPr>
        <p:txBody>
          <a:bodyPr anchor="b">
            <a:normAutofit/>
          </a:bodyPr>
          <a:lstStyle/>
          <a:p>
            <a:pPr algn="ctr"/>
            <a:r>
              <a:rPr lang="es-EC" dirty="0"/>
              <a:t>Vistas no materializadas: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ED1DB2-3FDB-989B-5907-8F7911A93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144" y="2884395"/>
            <a:ext cx="3862062" cy="246914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600"/>
              <a:t>No almacenan datos físicamente; en su lugar, ejecutan la consulta cada vez que se accede a la vista. Son útiles cuando los datos subyacentes cambian frecuentemente y se necesita la información más actualizada.</a:t>
            </a:r>
          </a:p>
          <a:p>
            <a:pPr algn="ctr">
              <a:lnSpc>
                <a:spcPct val="100000"/>
              </a:lnSpc>
            </a:pPr>
            <a:r>
              <a:rPr lang="es-ES" sz="1600" b="1"/>
              <a:t>Ejemplo</a:t>
            </a:r>
            <a:r>
              <a:rPr lang="es-ES" sz="1600"/>
              <a:t>: Una vista que muestra los pedidos pendientes de envío siempre refleja el estado más reciente de la base de datos.</a:t>
            </a:r>
          </a:p>
          <a:p>
            <a:pPr algn="ctr">
              <a:lnSpc>
                <a:spcPct val="100000"/>
              </a:lnSpc>
            </a:pPr>
            <a:endParaRPr lang="es-EC" sz="1600"/>
          </a:p>
        </p:txBody>
      </p:sp>
      <p:pic>
        <p:nvPicPr>
          <p:cNvPr id="3074" name="Picture 2" descr="Diferencias entre una Vista y una Vista Materializada en Oracle - n4gash">
            <a:extLst>
              <a:ext uri="{FF2B5EF4-FFF2-40B4-BE49-F238E27FC236}">
                <a16:creationId xmlns:a16="http://schemas.microsoft.com/office/drawing/2014/main" id="{D737FACA-C091-C20C-0162-E361B8022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05500" y="1478995"/>
            <a:ext cx="5715000" cy="3984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83" name="Group 3082">
            <a:extLst>
              <a:ext uri="{FF2B5EF4-FFF2-40B4-BE49-F238E27FC236}">
                <a16:creationId xmlns:a16="http://schemas.microsoft.com/office/drawing/2014/main" id="{D5ADB088-C125-457F-9C61-DFE21DCEF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80479" y="2543656"/>
            <a:ext cx="867485" cy="115439"/>
            <a:chOff x="8910933" y="1861308"/>
            <a:chExt cx="867485" cy="115439"/>
          </a:xfrm>
        </p:grpSpPr>
        <p:sp>
          <p:nvSpPr>
            <p:cNvPr id="3084" name="Rectangle 3083">
              <a:extLst>
                <a:ext uri="{FF2B5EF4-FFF2-40B4-BE49-F238E27FC236}">
                  <a16:creationId xmlns:a16="http://schemas.microsoft.com/office/drawing/2014/main" id="{6DE177E3-7A50-4A27-B466-79375BA19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85" name="Straight Connector 3084">
              <a:extLst>
                <a:ext uri="{FF2B5EF4-FFF2-40B4-BE49-F238E27FC236}">
                  <a16:creationId xmlns:a16="http://schemas.microsoft.com/office/drawing/2014/main" id="{6F53D207-3550-41FA-BBC0-A5220E734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6" name="Straight Connector 3085">
              <a:extLst>
                <a:ext uri="{FF2B5EF4-FFF2-40B4-BE49-F238E27FC236}">
                  <a16:creationId xmlns:a16="http://schemas.microsoft.com/office/drawing/2014/main" id="{6EF5A581-4EC8-4E1B-BF64-8A1FE8530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090832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2">
            <a:extLst>
              <a:ext uri="{FF2B5EF4-FFF2-40B4-BE49-F238E27FC236}">
                <a16:creationId xmlns:a16="http://schemas.microsoft.com/office/drawing/2014/main" id="{FAC9656C-AED6-412E-9226-B7F196400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24">
            <a:extLst>
              <a:ext uri="{FF2B5EF4-FFF2-40B4-BE49-F238E27FC236}">
                <a16:creationId xmlns:a16="http://schemas.microsoft.com/office/drawing/2014/main" id="{F5BC820D-D527-47CE-ABB0-DA0BB5B04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26">
            <a:extLst>
              <a:ext uri="{FF2B5EF4-FFF2-40B4-BE49-F238E27FC236}">
                <a16:creationId xmlns:a16="http://schemas.microsoft.com/office/drawing/2014/main" id="{D1DD315B-AEF9-490C-9438-C80F80405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" y="159026"/>
            <a:ext cx="11891037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DB53E3E-0EB1-E0CA-208D-017F3959A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028700"/>
            <a:ext cx="4038600" cy="4800600"/>
          </a:xfrm>
        </p:spPr>
        <p:txBody>
          <a:bodyPr anchor="ctr">
            <a:normAutofit/>
          </a:bodyPr>
          <a:lstStyle/>
          <a:p>
            <a:pPr algn="ctr"/>
            <a:r>
              <a:rPr lang="es-ES" b="1"/>
              <a:t>Tipos de Usuarios en una Base de Datos</a:t>
            </a:r>
            <a:br>
              <a:rPr lang="es-ES" b="1"/>
            </a:br>
            <a:endParaRPr lang="es-EC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3D9D1AB-2D27-0EB7-6A4F-46DB529578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2816874"/>
              </p:ext>
            </p:extLst>
          </p:nvPr>
        </p:nvGraphicFramePr>
        <p:xfrm>
          <a:off x="6095999" y="868197"/>
          <a:ext cx="5343083" cy="51216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75585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22176A-41DB-4D9A-9B6F-F2296F1ED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4A8DF5-445E-49C5-B10A-8DF5FEFBC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4E38D9-EFB8-40B5-B42B-514FBF18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C8B8D6-861E-6028-DDCA-24F4353CE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963919"/>
            <a:ext cx="10134600" cy="1036994"/>
          </a:xfrm>
        </p:spPr>
        <p:txBody>
          <a:bodyPr anchor="b">
            <a:normAutofit/>
          </a:bodyPr>
          <a:lstStyle/>
          <a:p>
            <a:pPr algn="ctr"/>
            <a:r>
              <a:rPr lang="es-EC" b="1" dirty="0"/>
              <a:t>Administrador</a:t>
            </a:r>
            <a:r>
              <a:rPr lang="es-EC" dirty="0"/>
              <a:t>: </a:t>
            </a:r>
            <a:endParaRPr lang="es-EC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7FFE71-34DC-4C53-AE0F-6B141D08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7" y="2169459"/>
            <a:ext cx="867485" cy="115439"/>
            <a:chOff x="8910933" y="1861308"/>
            <a:chExt cx="867485" cy="11543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7DF92F1-0E20-46AC-BB8F-F66926B40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FA14CB4-8459-4D23-B4FF-8F9868E3F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0C763F-37C4-4E00-AEB2-8867F4AA2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5BB18D7-AACF-E8D4-BFBF-B678070FEC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8287064"/>
              </p:ext>
            </p:extLst>
          </p:nvPr>
        </p:nvGraphicFramePr>
        <p:xfrm>
          <a:off x="1028700" y="2749258"/>
          <a:ext cx="10134600" cy="3338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43104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8">
            <a:extLst>
              <a:ext uri="{FF2B5EF4-FFF2-40B4-BE49-F238E27FC236}">
                <a16:creationId xmlns:a16="http://schemas.microsoft.com/office/drawing/2014/main" id="{7B22176A-41DB-4D9A-9B6F-F2296F1ED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774A8DF5-445E-49C5-B10A-8DF5FEFBC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9A4E38D9-EFB8-40B5-B42B-514FBF18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08748E-71C5-0880-CD49-D458BF6E6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963919"/>
            <a:ext cx="10134600" cy="1036994"/>
          </a:xfrm>
        </p:spPr>
        <p:txBody>
          <a:bodyPr anchor="b">
            <a:normAutofit/>
          </a:bodyPr>
          <a:lstStyle/>
          <a:p>
            <a:pPr algn="ctr"/>
            <a:r>
              <a:rPr lang="es-EC" b="1"/>
              <a:t>Desarrollador</a:t>
            </a:r>
            <a:r>
              <a:rPr lang="es-EC"/>
              <a:t>: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7FFE71-34DC-4C53-AE0F-6B141D08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7" y="2169459"/>
            <a:ext cx="867485" cy="115439"/>
            <a:chOff x="8910933" y="1861308"/>
            <a:chExt cx="867485" cy="11543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7DF92F1-0E20-46AC-BB8F-F66926B40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FA14CB4-8459-4D23-B4FF-8F9868E3F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0C763F-37C4-4E00-AEB2-8867F4AA2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2" name="Marcador de contenido 2">
            <a:extLst>
              <a:ext uri="{FF2B5EF4-FFF2-40B4-BE49-F238E27FC236}">
                <a16:creationId xmlns:a16="http://schemas.microsoft.com/office/drawing/2014/main" id="{2D5C447F-1463-12E0-FE26-9955EAE2AA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3069297"/>
              </p:ext>
            </p:extLst>
          </p:nvPr>
        </p:nvGraphicFramePr>
        <p:xfrm>
          <a:off x="1028700" y="2749258"/>
          <a:ext cx="10134600" cy="3338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17761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22176A-41DB-4D9A-9B6F-F2296F1ED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4A8DF5-445E-49C5-B10A-8DF5FEFBC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4E38D9-EFB8-40B5-B42B-514FBF18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21D7A1-2301-6C59-ABFE-A62F8BFD0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963919"/>
            <a:ext cx="10134600" cy="1036994"/>
          </a:xfrm>
        </p:spPr>
        <p:txBody>
          <a:bodyPr anchor="b">
            <a:normAutofit/>
          </a:bodyPr>
          <a:lstStyle/>
          <a:p>
            <a:pPr algn="ctr"/>
            <a:r>
              <a:rPr lang="es-EC" b="1" dirty="0"/>
              <a:t>Usuario final</a:t>
            </a:r>
            <a:r>
              <a:rPr lang="es-EC" dirty="0"/>
              <a:t>:</a:t>
            </a:r>
            <a:endParaRPr lang="es-EC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7FFE71-34DC-4C53-AE0F-6B141D08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7" y="2169459"/>
            <a:ext cx="867485" cy="115439"/>
            <a:chOff x="8910933" y="1861308"/>
            <a:chExt cx="867485" cy="11543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7DF92F1-0E20-46AC-BB8F-F66926B40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FA14CB4-8459-4D23-B4FF-8F9868E3F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0C763F-37C4-4E00-AEB2-8867F4AA2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989EE063-59EF-262C-574F-1E9A78BC9C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1673899"/>
              </p:ext>
            </p:extLst>
          </p:nvPr>
        </p:nvGraphicFramePr>
        <p:xfrm>
          <a:off x="1028700" y="2749258"/>
          <a:ext cx="10134600" cy="3338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92618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9D3B3C7E-BC2D-4436-8B03-AC421FA66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B5D0C1-066E-4C02-A6B8-59FAE4A19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4905C695-F54E-4EF8-8AEF-811D460E7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85CD2A3-2099-476E-9A85-55DC735FA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8080" y="159026"/>
            <a:ext cx="5943600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BCB06E-46D7-3E96-DD00-A03D3439F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827" y="1066801"/>
            <a:ext cx="4554747" cy="2077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b="1" kern="1200" cap="all" spc="390" baseline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Ejemplos de Optimización de Bases de Datos</a:t>
            </a:r>
            <a:br>
              <a:rPr lang="en-US" sz="2800" b="1" kern="1200" cap="all" spc="390" baseline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2800" kern="1200" cap="all" spc="390" baseline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Graphic 5" descr="Base de datos">
            <a:extLst>
              <a:ext uri="{FF2B5EF4-FFF2-40B4-BE49-F238E27FC236}">
                <a16:creationId xmlns:a16="http://schemas.microsoft.com/office/drawing/2014/main" id="{D93FD6E2-D663-A2E3-8BB7-54C6DC115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8914" y="1053914"/>
            <a:ext cx="4750173" cy="4750173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E92979E8-2E86-433E-A7E4-5F102E45A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690458" y="4237480"/>
            <a:ext cx="867485" cy="115439"/>
            <a:chOff x="8910933" y="1861308"/>
            <a:chExt cx="867485" cy="115439"/>
          </a:xfrm>
        </p:grpSpPr>
        <p:sp>
          <p:nvSpPr>
            <p:cNvPr id="55" name="Rectangle 39">
              <a:extLst>
                <a:ext uri="{FF2B5EF4-FFF2-40B4-BE49-F238E27FC236}">
                  <a16:creationId xmlns:a16="http://schemas.microsoft.com/office/drawing/2014/main" id="{CDDEF0D5-EF9F-43D4-BF40-27A3121E02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438B34-2B34-4614-B3B4-D09927150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C691BDB-93D3-4721-903C-45DD9590F1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788999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26">
            <a:extLst>
              <a:ext uri="{FF2B5EF4-FFF2-40B4-BE49-F238E27FC236}">
                <a16:creationId xmlns:a16="http://schemas.microsoft.com/office/drawing/2014/main" id="{158E38A4-F699-490C-8D1F-E8AD332D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028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28">
            <a:extLst>
              <a:ext uri="{FF2B5EF4-FFF2-40B4-BE49-F238E27FC236}">
                <a16:creationId xmlns:a16="http://schemas.microsoft.com/office/drawing/2014/main" id="{939C6AAB-48AC-41A3-95C2-6BF83715D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5028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0">
            <a:extLst>
              <a:ext uri="{FF2B5EF4-FFF2-40B4-BE49-F238E27FC236}">
                <a16:creationId xmlns:a16="http://schemas.microsoft.com/office/drawing/2014/main" id="{F6EE861B-7D2F-4B7C-A6E3-5937E81B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1625" y="159026"/>
            <a:ext cx="11868749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E75CA7-3F4A-E8AA-73BC-DAFCEAEE1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8079" y="2732545"/>
            <a:ext cx="4815840" cy="3232826"/>
          </a:xfrm>
        </p:spPr>
        <p:txBody>
          <a:bodyPr anchor="t">
            <a:normAutofit/>
          </a:bodyPr>
          <a:lstStyle/>
          <a:p>
            <a:pPr algn="ctr">
              <a:buFont typeface="+mj-lt"/>
              <a:buAutoNum type="arabicPeriod"/>
            </a:pPr>
            <a:r>
              <a:rPr lang="es-ES" b="1"/>
              <a:t>Uso de índices adecuados</a:t>
            </a:r>
            <a:r>
              <a:rPr lang="es-ES"/>
              <a:t>: Implementar índices en columnas que se consultan frecuentemente mejora significativamente el rendimiento de las consultas.</a:t>
            </a:r>
          </a:p>
          <a:p>
            <a:pPr algn="ctr"/>
            <a:r>
              <a:rPr lang="es-ES" b="1"/>
              <a:t>Ejemplo</a:t>
            </a:r>
            <a:r>
              <a:rPr lang="es-ES"/>
              <a:t>: Un índice en la columna "fecha" de una tabla de transacciones permite filtrar rápidamente las transacciones por fecha.</a:t>
            </a:r>
          </a:p>
          <a:p>
            <a:pPr algn="ctr"/>
            <a:endParaRPr lang="es-EC"/>
          </a:p>
        </p:txBody>
      </p:sp>
      <p:pic>
        <p:nvPicPr>
          <p:cNvPr id="8" name="Gráfico 7" descr="Calendario con relleno sólido">
            <a:extLst>
              <a:ext uri="{FF2B5EF4-FFF2-40B4-BE49-F238E27FC236}">
                <a16:creationId xmlns:a16="http://schemas.microsoft.com/office/drawing/2014/main" id="{BDAE95B5-7C9A-A150-EC96-17947308EA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966" y="2194444"/>
            <a:ext cx="2469113" cy="2469113"/>
          </a:xfrm>
          <a:prstGeom prst="rect">
            <a:avLst/>
          </a:prstGeom>
        </p:spPr>
      </p:pic>
      <p:pic>
        <p:nvPicPr>
          <p:cNvPr id="10" name="Gráfico 9" descr="Gráfico de barras contorno">
            <a:extLst>
              <a:ext uri="{FF2B5EF4-FFF2-40B4-BE49-F238E27FC236}">
                <a16:creationId xmlns:a16="http://schemas.microsoft.com/office/drawing/2014/main" id="{01196BEA-F955-E2DA-EDBE-12FAF97EA76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11919" y="2189953"/>
            <a:ext cx="2469113" cy="2469113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073091F1-AA5A-47C6-9502-D5870A72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7" y="2320171"/>
            <a:ext cx="867485" cy="115439"/>
            <a:chOff x="8910933" y="1861308"/>
            <a:chExt cx="867485" cy="11543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085C4F7-6E91-4DF6-BB01-A46132BC3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5476588-B9AD-4662-A085-8E4D91493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CDB34B3-D348-476E-BE7F-1139370F4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05292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40">
            <a:extLst>
              <a:ext uri="{FF2B5EF4-FFF2-40B4-BE49-F238E27FC236}">
                <a16:creationId xmlns:a16="http://schemas.microsoft.com/office/drawing/2014/main" id="{158E38A4-F699-490C-8D1F-E8AD332D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42">
            <a:extLst>
              <a:ext uri="{FF2B5EF4-FFF2-40B4-BE49-F238E27FC236}">
                <a16:creationId xmlns:a16="http://schemas.microsoft.com/office/drawing/2014/main" id="{939C6AAB-48AC-41A3-95C2-6BF83715D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3" name="Rectangle 44">
            <a:extLst>
              <a:ext uri="{FF2B5EF4-FFF2-40B4-BE49-F238E27FC236}">
                <a16:creationId xmlns:a16="http://schemas.microsoft.com/office/drawing/2014/main" id="{F6EE861B-7D2F-4B7C-A6E3-5937E81B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0903" y="159026"/>
            <a:ext cx="5778697" cy="65427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796531-EA6B-73E5-7117-C52BFD997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2615" y="2216151"/>
            <a:ext cx="3943575" cy="3390900"/>
          </a:xfrm>
        </p:spPr>
        <p:txBody>
          <a:bodyPr anchor="t">
            <a:normAutofit/>
          </a:bodyPr>
          <a:lstStyle/>
          <a:p>
            <a:pPr algn="ctr">
              <a:buFont typeface="+mj-lt"/>
              <a:buAutoNum type="arabicPeriod" startAt="2"/>
            </a:pPr>
            <a:r>
              <a:rPr lang="es-ES" b="1"/>
              <a:t>Normalización de datos</a:t>
            </a:r>
            <a:r>
              <a:rPr lang="es-ES"/>
              <a:t>: Dividir tablas grandes en tablas más pequeñas y eliminar la redundancia mejora la consistencia y reduce el espacio de almacenamiento.</a:t>
            </a:r>
          </a:p>
          <a:p>
            <a:pPr algn="ctr"/>
            <a:r>
              <a:rPr lang="es-ES" b="1"/>
              <a:t>Ejemplo</a:t>
            </a:r>
            <a:r>
              <a:rPr lang="es-ES"/>
              <a:t>: Dividir una tabla de clientes y pedidos en dos tablas separadas elimina la duplicación de datos de cliente.</a:t>
            </a:r>
          </a:p>
          <a:p>
            <a:pPr algn="ctr"/>
            <a:endParaRPr lang="es-EC"/>
          </a:p>
        </p:txBody>
      </p:sp>
      <p:pic>
        <p:nvPicPr>
          <p:cNvPr id="5" name="Picture 4" descr="Vista superior de cubos conectados con líneas negras">
            <a:extLst>
              <a:ext uri="{FF2B5EF4-FFF2-40B4-BE49-F238E27FC236}">
                <a16:creationId xmlns:a16="http://schemas.microsoft.com/office/drawing/2014/main" id="{87C435BB-C0D8-0AB4-1153-2F13E3F235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16667" r="16667"/>
          <a:stretch/>
        </p:blipFill>
        <p:spPr>
          <a:xfrm>
            <a:off x="1682" y="10"/>
            <a:ext cx="6096000" cy="6857990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53745597-CF0F-4C14-83C4-612B382A9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10258" y="5849932"/>
            <a:ext cx="867485" cy="115439"/>
            <a:chOff x="8910933" y="1861308"/>
            <a:chExt cx="867485" cy="115439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71CB755-D435-4BD8-A3DB-B304ED0E7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B7F2CAE-48A1-4EAD-BDD1-4DA217AC0F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8FB73A0-9D61-4989-BA5F-7EF6308D8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183869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39" name="Rectangle 4128">
            <a:extLst>
              <a:ext uri="{FF2B5EF4-FFF2-40B4-BE49-F238E27FC236}">
                <a16:creationId xmlns:a16="http://schemas.microsoft.com/office/drawing/2014/main" id="{158E38A4-F699-490C-8D1F-E8AD332D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40" name="Rectangle 4130">
            <a:extLst>
              <a:ext uri="{FF2B5EF4-FFF2-40B4-BE49-F238E27FC236}">
                <a16:creationId xmlns:a16="http://schemas.microsoft.com/office/drawing/2014/main" id="{939C6AAB-48AC-41A3-95C2-6BF83715D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41" name="Rectangle 4132">
            <a:extLst>
              <a:ext uri="{FF2B5EF4-FFF2-40B4-BE49-F238E27FC236}">
                <a16:creationId xmlns:a16="http://schemas.microsoft.com/office/drawing/2014/main" id="{F6EE861B-7D2F-4B7C-A6E3-5937E81B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0903" y="159026"/>
            <a:ext cx="5778697" cy="65427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1B71E1-DB6A-CFFA-387C-027DE203A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2615" y="2216151"/>
            <a:ext cx="3943575" cy="3390900"/>
          </a:xfrm>
        </p:spPr>
        <p:txBody>
          <a:bodyPr anchor="t">
            <a:normAutofit/>
          </a:bodyPr>
          <a:lstStyle/>
          <a:p>
            <a:pPr algn="ctr">
              <a:lnSpc>
                <a:spcPct val="100000"/>
              </a:lnSpc>
              <a:buFont typeface="+mj-lt"/>
              <a:buAutoNum type="arabicPeriod" startAt="3"/>
            </a:pPr>
            <a:r>
              <a:rPr lang="es-ES" b="1"/>
              <a:t>Optimización de consultas SQL</a:t>
            </a:r>
            <a:r>
              <a:rPr lang="es-ES"/>
              <a:t>: Reescribir consultas para hacerlas más eficientes, utilizando </a:t>
            </a:r>
            <a:r>
              <a:rPr lang="es-ES" err="1"/>
              <a:t>joins</a:t>
            </a:r>
            <a:r>
              <a:rPr lang="es-ES"/>
              <a:t> correctamente en lugar de subconsultas, puede mejorar el rendimiento.</a:t>
            </a:r>
          </a:p>
          <a:p>
            <a:pPr algn="ctr">
              <a:lnSpc>
                <a:spcPct val="100000"/>
              </a:lnSpc>
            </a:pPr>
            <a:r>
              <a:rPr lang="es-ES" b="1"/>
              <a:t>Ejemplo</a:t>
            </a:r>
            <a:r>
              <a:rPr lang="es-ES"/>
              <a:t>: Usar un JOIN en lugar de una subconsulta puede reducir el tiempo de ejecución de una consulta compleja.</a:t>
            </a:r>
          </a:p>
          <a:p>
            <a:pPr algn="ctr">
              <a:lnSpc>
                <a:spcPct val="100000"/>
              </a:lnSpc>
            </a:pPr>
            <a:endParaRPr lang="es-EC"/>
          </a:p>
        </p:txBody>
      </p:sp>
      <p:pic>
        <p:nvPicPr>
          <p:cNvPr id="4098" name="Picture 2" descr="Curso de optimización de consultas en PostgreSQL - TodoPostgreSQL">
            <a:extLst>
              <a:ext uri="{FF2B5EF4-FFF2-40B4-BE49-F238E27FC236}">
                <a16:creationId xmlns:a16="http://schemas.microsoft.com/office/drawing/2014/main" id="{E4F39218-8DC6-DF23-F757-87443CA28C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1" r="9580"/>
          <a:stretch/>
        </p:blipFill>
        <p:spPr bwMode="auto">
          <a:xfrm>
            <a:off x="1682" y="10"/>
            <a:ext cx="609600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35" name="Group 4134">
            <a:extLst>
              <a:ext uri="{FF2B5EF4-FFF2-40B4-BE49-F238E27FC236}">
                <a16:creationId xmlns:a16="http://schemas.microsoft.com/office/drawing/2014/main" id="{53745597-CF0F-4C14-83C4-612B382A9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10258" y="5849932"/>
            <a:ext cx="867485" cy="115439"/>
            <a:chOff x="8910933" y="1861308"/>
            <a:chExt cx="867485" cy="115439"/>
          </a:xfrm>
        </p:grpSpPr>
        <p:sp>
          <p:nvSpPr>
            <p:cNvPr id="4136" name="Rectangle 4135">
              <a:extLst>
                <a:ext uri="{FF2B5EF4-FFF2-40B4-BE49-F238E27FC236}">
                  <a16:creationId xmlns:a16="http://schemas.microsoft.com/office/drawing/2014/main" id="{471CB755-D435-4BD8-A3DB-B304ED0E7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4137" name="Straight Connector 4136">
              <a:extLst>
                <a:ext uri="{FF2B5EF4-FFF2-40B4-BE49-F238E27FC236}">
                  <a16:creationId xmlns:a16="http://schemas.microsoft.com/office/drawing/2014/main" id="{0B7F2CAE-48A1-4EAD-BDD1-4DA217AC0F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8" name="Straight Connector 4137">
              <a:extLst>
                <a:ext uri="{FF2B5EF4-FFF2-40B4-BE49-F238E27FC236}">
                  <a16:creationId xmlns:a16="http://schemas.microsoft.com/office/drawing/2014/main" id="{98FB73A0-9D61-4989-BA5F-7EF6308D8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483736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8" name="Rectangle 5126">
            <a:extLst>
              <a:ext uri="{FF2B5EF4-FFF2-40B4-BE49-F238E27FC236}">
                <a16:creationId xmlns:a16="http://schemas.microsoft.com/office/drawing/2014/main" id="{51A01047-632B-4F57-9CDB-AA680D5BB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9" name="Rectangle 5">
            <a:extLst>
              <a:ext uri="{FF2B5EF4-FFF2-40B4-BE49-F238E27FC236}">
                <a16:creationId xmlns:a16="http://schemas.microsoft.com/office/drawing/2014/main" id="{48EF695B-E7DE-4164-862A-9CD06DFB0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900" y="723900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00E710-BF8E-26AF-C2FE-D0F628DD4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144" y="2884395"/>
            <a:ext cx="3862062" cy="246914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buFont typeface="+mj-lt"/>
              <a:buAutoNum type="arabicPeriod" startAt="4"/>
            </a:pPr>
            <a:r>
              <a:rPr lang="es-ES" sz="1700" b="1" err="1"/>
              <a:t>Caching</a:t>
            </a:r>
            <a:r>
              <a:rPr lang="es-ES" sz="1700"/>
              <a:t>: Almacenar resultados de consultas frecuentes en memoria para reducir el tiempo de respuesta en futuras solicitudes.</a:t>
            </a:r>
          </a:p>
          <a:p>
            <a:pPr algn="ctr">
              <a:lnSpc>
                <a:spcPct val="100000"/>
              </a:lnSpc>
            </a:pPr>
            <a:r>
              <a:rPr lang="es-ES" sz="1700" b="1"/>
              <a:t>Ejemplo</a:t>
            </a:r>
            <a:r>
              <a:rPr lang="es-ES" sz="1700"/>
              <a:t>: Guardar en caché los resultados de una consulta de informes que se ejecuta frecuentemente evita recalcular los resultados cada vez.</a:t>
            </a:r>
          </a:p>
          <a:p>
            <a:pPr algn="ctr">
              <a:lnSpc>
                <a:spcPct val="100000"/>
              </a:lnSpc>
            </a:pPr>
            <a:endParaRPr lang="es-EC" sz="1700"/>
          </a:p>
        </p:txBody>
      </p:sp>
      <p:pic>
        <p:nvPicPr>
          <p:cNvPr id="5122" name="Picture 2" descr="What is Content Caching? | Avi Networks">
            <a:extLst>
              <a:ext uri="{FF2B5EF4-FFF2-40B4-BE49-F238E27FC236}">
                <a16:creationId xmlns:a16="http://schemas.microsoft.com/office/drawing/2014/main" id="{F6E3C1EC-6993-BC5D-F1D7-769EE2631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05500" y="2066029"/>
            <a:ext cx="5715000" cy="2810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40" name="Group 5130">
            <a:extLst>
              <a:ext uri="{FF2B5EF4-FFF2-40B4-BE49-F238E27FC236}">
                <a16:creationId xmlns:a16="http://schemas.microsoft.com/office/drawing/2014/main" id="{D5ADB088-C125-457F-9C61-DFE21DCEF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80479" y="2543656"/>
            <a:ext cx="867485" cy="115439"/>
            <a:chOff x="8910933" y="1861308"/>
            <a:chExt cx="867485" cy="115439"/>
          </a:xfrm>
        </p:grpSpPr>
        <p:sp>
          <p:nvSpPr>
            <p:cNvPr id="5132" name="Rectangle 5131">
              <a:extLst>
                <a:ext uri="{FF2B5EF4-FFF2-40B4-BE49-F238E27FC236}">
                  <a16:creationId xmlns:a16="http://schemas.microsoft.com/office/drawing/2014/main" id="{6DE177E3-7A50-4A27-B466-79375BA19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41" name="Straight Connector 5132">
              <a:extLst>
                <a:ext uri="{FF2B5EF4-FFF2-40B4-BE49-F238E27FC236}">
                  <a16:creationId xmlns:a16="http://schemas.microsoft.com/office/drawing/2014/main" id="{6F53D207-3550-41FA-BBC0-A5220E734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2" name="Straight Connector 5133">
              <a:extLst>
                <a:ext uri="{FF2B5EF4-FFF2-40B4-BE49-F238E27FC236}">
                  <a16:creationId xmlns:a16="http://schemas.microsoft.com/office/drawing/2014/main" id="{6EF5A581-4EC8-4E1B-BF64-8A1FE8530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737630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7" name="Rectangle 6150">
            <a:extLst>
              <a:ext uri="{FF2B5EF4-FFF2-40B4-BE49-F238E27FC236}">
                <a16:creationId xmlns:a16="http://schemas.microsoft.com/office/drawing/2014/main" id="{9D3B3C7E-BC2D-4436-8B03-AC421FA66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68" name="Group 6152">
            <a:extLst>
              <a:ext uri="{FF2B5EF4-FFF2-40B4-BE49-F238E27FC236}">
                <a16:creationId xmlns:a16="http://schemas.microsoft.com/office/drawing/2014/main" id="{79B5D0C1-066E-4C02-A6B8-59FAE4A19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6169" name="Rectangle 6153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6155" name="Straight Connector 6154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6" name="Straight Connector 6155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70" name="Rectangle 6157">
            <a:extLst>
              <a:ext uri="{FF2B5EF4-FFF2-40B4-BE49-F238E27FC236}">
                <a16:creationId xmlns:a16="http://schemas.microsoft.com/office/drawing/2014/main" id="{DF0CAD46-2E46-44EB-A063-C05881768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Arquitectura de Sistemas Gestores de Bases de Datos">
            <a:extLst>
              <a:ext uri="{FF2B5EF4-FFF2-40B4-BE49-F238E27FC236}">
                <a16:creationId xmlns:a16="http://schemas.microsoft.com/office/drawing/2014/main" id="{B9435457-7234-FF5C-D286-6185CE3201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" b="-1"/>
          <a:stretch/>
        </p:blipFill>
        <p:spPr bwMode="auto">
          <a:xfrm>
            <a:off x="20" y="10"/>
            <a:ext cx="12191980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71" name="Rectangle 6159">
            <a:extLst>
              <a:ext uri="{FF2B5EF4-FFF2-40B4-BE49-F238E27FC236}">
                <a16:creationId xmlns:a16="http://schemas.microsoft.com/office/drawing/2014/main" id="{0FDFF237-4369-41A3-9CE4-CD1A68139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49553"/>
            <a:ext cx="12191999" cy="5320052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47000">
                <a:srgbClr val="000000">
                  <a:alpha val="41000"/>
                </a:srgbClr>
              </a:gs>
              <a:gs pos="81000">
                <a:srgbClr val="000000">
                  <a:alpha val="56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5056C9-41B9-6D68-6756-1554B899A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091" y="2633933"/>
            <a:ext cx="8039818" cy="16435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kern="1200" cap="all" spc="39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Arquitectura de un Gestor de Bases de Datos Relacional</a:t>
            </a:r>
          </a:p>
        </p:txBody>
      </p:sp>
      <p:grpSp>
        <p:nvGrpSpPr>
          <p:cNvPr id="6172" name="Group 6161">
            <a:extLst>
              <a:ext uri="{FF2B5EF4-FFF2-40B4-BE49-F238E27FC236}">
                <a16:creationId xmlns:a16="http://schemas.microsoft.com/office/drawing/2014/main" id="{C3E45FAB-3768-4529-B0E8-A0E9BE5E3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4739509"/>
            <a:ext cx="867485" cy="115439"/>
            <a:chOff x="8910933" y="1861308"/>
            <a:chExt cx="867485" cy="115439"/>
          </a:xfrm>
        </p:grpSpPr>
        <p:sp>
          <p:nvSpPr>
            <p:cNvPr id="6173" name="Rectangle 6162">
              <a:extLst>
                <a:ext uri="{FF2B5EF4-FFF2-40B4-BE49-F238E27FC236}">
                  <a16:creationId xmlns:a16="http://schemas.microsoft.com/office/drawing/2014/main" id="{6FF68CFF-0675-43D9-8EF2-EAC1F19D2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6164" name="Straight Connector 6163">
              <a:extLst>
                <a:ext uri="{FF2B5EF4-FFF2-40B4-BE49-F238E27FC236}">
                  <a16:creationId xmlns:a16="http://schemas.microsoft.com/office/drawing/2014/main" id="{E1414FA8-D7DF-4B14-AD83-846AB2899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5" name="Straight Connector 6164">
              <a:extLst>
                <a:ext uri="{FF2B5EF4-FFF2-40B4-BE49-F238E27FC236}">
                  <a16:creationId xmlns:a16="http://schemas.microsoft.com/office/drawing/2014/main" id="{638B88A0-A01D-4106-8E09-1AEB09B04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431146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94" name="Rectangle 7193">
            <a:extLst>
              <a:ext uri="{FF2B5EF4-FFF2-40B4-BE49-F238E27FC236}">
                <a16:creationId xmlns:a16="http://schemas.microsoft.com/office/drawing/2014/main" id="{158E38A4-F699-490C-8D1F-E8AD332D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96" name="Rectangle 7195">
            <a:extLst>
              <a:ext uri="{FF2B5EF4-FFF2-40B4-BE49-F238E27FC236}">
                <a16:creationId xmlns:a16="http://schemas.microsoft.com/office/drawing/2014/main" id="{939C6AAB-48AC-41A3-95C2-6BF83715D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2" y="0"/>
            <a:ext cx="12188778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98" name="Rectangle 7197">
            <a:extLst>
              <a:ext uri="{FF2B5EF4-FFF2-40B4-BE49-F238E27FC236}">
                <a16:creationId xmlns:a16="http://schemas.microsoft.com/office/drawing/2014/main" id="{F6EE861B-7D2F-4B7C-A6E3-5937E81B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125" y="159026"/>
            <a:ext cx="11871475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1E387B-4D3F-F717-A2DD-55DC9E911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690" y="733100"/>
            <a:ext cx="4856089" cy="1275669"/>
          </a:xfrm>
        </p:spPr>
        <p:txBody>
          <a:bodyPr anchor="b">
            <a:normAutofit/>
          </a:bodyPr>
          <a:lstStyle/>
          <a:p>
            <a:pPr algn="ctr"/>
            <a:r>
              <a:rPr lang="es-ES"/>
              <a:t>Estructura de Memoria y Procesos de la Instancia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A35A5D-6E08-0CAE-FC99-BD638ACC2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2216151"/>
            <a:ext cx="4882068" cy="3390900"/>
          </a:xfrm>
        </p:spPr>
        <p:txBody>
          <a:bodyPr anchor="t">
            <a:normAutofit/>
          </a:bodyPr>
          <a:lstStyle/>
          <a:p>
            <a:pPr algn="ctr"/>
            <a:r>
              <a:rPr lang="es-ES"/>
              <a:t>Un gestor de bases de datos relacional tiene varios componentes esenciales para su funcionamiento eficiente:</a:t>
            </a:r>
          </a:p>
          <a:p>
            <a:pPr algn="ctr"/>
            <a:r>
              <a:rPr lang="es-EC" b="1"/>
              <a:t>Buffer Cache</a:t>
            </a:r>
            <a:endParaRPr lang="es-EC"/>
          </a:p>
          <a:p>
            <a:pPr algn="ctr"/>
            <a:r>
              <a:rPr lang="es-EC" b="1"/>
              <a:t>Log Buffer</a:t>
            </a:r>
            <a:endParaRPr lang="es-EC"/>
          </a:p>
          <a:p>
            <a:pPr algn="ctr"/>
            <a:r>
              <a:rPr lang="es-EC" b="1"/>
              <a:t>Procesos de fondo</a:t>
            </a:r>
            <a:endParaRPr lang="es-EC"/>
          </a:p>
        </p:txBody>
      </p:sp>
      <p:pic>
        <p:nvPicPr>
          <p:cNvPr id="4" name="Picture 2" descr="Automatización de procesos - Digital Biz Magazine">
            <a:extLst>
              <a:ext uri="{FF2B5EF4-FFF2-40B4-BE49-F238E27FC236}">
                <a16:creationId xmlns:a16="http://schemas.microsoft.com/office/drawing/2014/main" id="{507BAD8D-FFCE-687C-03BF-80C5E3620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98714" y="3585759"/>
            <a:ext cx="4769386" cy="1967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What Is A Redo log Buffer?. Here we are going to understand about… | by  MynotesoracleDBA | Nerd For Tech | Medium">
            <a:extLst>
              <a:ext uri="{FF2B5EF4-FFF2-40B4-BE49-F238E27FC236}">
                <a16:creationId xmlns:a16="http://schemas.microsoft.com/office/drawing/2014/main" id="{EBA260C8-F0AE-0E9A-168A-F39DCEA24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40889" y="1601832"/>
            <a:ext cx="2227211" cy="1670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What is Buffer and Caches ?. Buffers and caches are essential… | by  The_Anshuman | Medium">
            <a:extLst>
              <a:ext uri="{FF2B5EF4-FFF2-40B4-BE49-F238E27FC236}">
                <a16:creationId xmlns:a16="http://schemas.microsoft.com/office/drawing/2014/main" id="{21DE6FEC-D4C3-7ADE-8986-0B6E4B88B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98714" y="2246964"/>
            <a:ext cx="2241043" cy="1025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200" name="Group 7199">
            <a:extLst>
              <a:ext uri="{FF2B5EF4-FFF2-40B4-BE49-F238E27FC236}">
                <a16:creationId xmlns:a16="http://schemas.microsoft.com/office/drawing/2014/main" id="{53745597-CF0F-4C14-83C4-612B382A9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35992" y="5849932"/>
            <a:ext cx="867485" cy="115439"/>
            <a:chOff x="8910933" y="1861308"/>
            <a:chExt cx="867485" cy="115439"/>
          </a:xfrm>
        </p:grpSpPr>
        <p:sp>
          <p:nvSpPr>
            <p:cNvPr id="7201" name="Rectangle 7200">
              <a:extLst>
                <a:ext uri="{FF2B5EF4-FFF2-40B4-BE49-F238E27FC236}">
                  <a16:creationId xmlns:a16="http://schemas.microsoft.com/office/drawing/2014/main" id="{471CB755-D435-4BD8-A3DB-B304ED0E7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7202" name="Straight Connector 7201">
              <a:extLst>
                <a:ext uri="{FF2B5EF4-FFF2-40B4-BE49-F238E27FC236}">
                  <a16:creationId xmlns:a16="http://schemas.microsoft.com/office/drawing/2014/main" id="{0B7F2CAE-48A1-4EAD-BDD1-4DA217AC0F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3" name="Straight Connector 7202">
              <a:extLst>
                <a:ext uri="{FF2B5EF4-FFF2-40B4-BE49-F238E27FC236}">
                  <a16:creationId xmlns:a16="http://schemas.microsoft.com/office/drawing/2014/main" id="{98FB73A0-9D61-4989-BA5F-7EF6308D8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06662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15" name="Rectangle 8214">
            <a:extLst>
              <a:ext uri="{FF2B5EF4-FFF2-40B4-BE49-F238E27FC236}">
                <a16:creationId xmlns:a16="http://schemas.microsoft.com/office/drawing/2014/main" id="{158E38A4-F699-490C-8D1F-E8AD332D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17" name="Rectangle 8216">
            <a:extLst>
              <a:ext uri="{FF2B5EF4-FFF2-40B4-BE49-F238E27FC236}">
                <a16:creationId xmlns:a16="http://schemas.microsoft.com/office/drawing/2014/main" id="{939C6AAB-48AC-41A3-95C2-6BF83715D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19" name="Rectangle 8218">
            <a:extLst>
              <a:ext uri="{FF2B5EF4-FFF2-40B4-BE49-F238E27FC236}">
                <a16:creationId xmlns:a16="http://schemas.microsoft.com/office/drawing/2014/main" id="{F6EE861B-7D2F-4B7C-A6E3-5937E81B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081" y="159026"/>
            <a:ext cx="11886519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5EAE8F-7C5E-F058-61EC-C1BA3FFD9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1"/>
            <a:ext cx="5836920" cy="1288884"/>
          </a:xfrm>
        </p:spPr>
        <p:txBody>
          <a:bodyPr anchor="b">
            <a:normAutofit/>
          </a:bodyPr>
          <a:lstStyle/>
          <a:p>
            <a:pPr algn="ctr"/>
            <a:r>
              <a:rPr lang="es-EC" b="1"/>
              <a:t>Buffer Cache</a:t>
            </a:r>
            <a:r>
              <a:rPr lang="es-EC"/>
              <a:t>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EE0A66-99A8-0DF4-DF86-ED7D859C53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66529" y="2732545"/>
            <a:ext cx="5384169" cy="32328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C" altLang="es-EC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Área de memoria utilizada para almacenar datos leídos desde el disco. Mantener datos frecuentemente accesados en memoria mejora el rendimiento.</a:t>
            </a: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s-EC" altLang="es-EC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Ejemplo</a:t>
            </a:r>
            <a:r>
              <a:rPr kumimoji="0" lang="es-EC" altLang="es-EC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Almacenar en el buffer cache los datos de clientes más consultados reduce el tiempo de acceso.</a:t>
            </a: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s-EC" altLang="es-EC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8212" name="Graphic 8211" descr="Disco">
            <a:extLst>
              <a:ext uri="{FF2B5EF4-FFF2-40B4-BE49-F238E27FC236}">
                <a16:creationId xmlns:a16="http://schemas.microsoft.com/office/drawing/2014/main" id="{3A017DA3-07C1-D44F-23B5-F885C03A8EC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1239" y="1547707"/>
            <a:ext cx="3666392" cy="3666392"/>
          </a:xfrm>
          <a:prstGeom prst="rect">
            <a:avLst/>
          </a:prstGeom>
        </p:spPr>
      </p:pic>
      <p:grpSp>
        <p:nvGrpSpPr>
          <p:cNvPr id="8221" name="Group 8220">
            <a:extLst>
              <a:ext uri="{FF2B5EF4-FFF2-40B4-BE49-F238E27FC236}">
                <a16:creationId xmlns:a16="http://schemas.microsoft.com/office/drawing/2014/main" id="{073091F1-AA5A-47C6-9502-D5870A72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3418" y="2320171"/>
            <a:ext cx="867485" cy="115439"/>
            <a:chOff x="8910933" y="1861308"/>
            <a:chExt cx="867485" cy="115439"/>
          </a:xfrm>
        </p:grpSpPr>
        <p:sp>
          <p:nvSpPr>
            <p:cNvPr id="8222" name="Rectangle 8221">
              <a:extLst>
                <a:ext uri="{FF2B5EF4-FFF2-40B4-BE49-F238E27FC236}">
                  <a16:creationId xmlns:a16="http://schemas.microsoft.com/office/drawing/2014/main" id="{8085C4F7-6E91-4DF6-BB01-A46132BC3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8223" name="Straight Connector 8222">
              <a:extLst>
                <a:ext uri="{FF2B5EF4-FFF2-40B4-BE49-F238E27FC236}">
                  <a16:creationId xmlns:a16="http://schemas.microsoft.com/office/drawing/2014/main" id="{25476588-B9AD-4662-A085-8E4D91493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4" name="Straight Connector 8223">
              <a:extLst>
                <a:ext uri="{FF2B5EF4-FFF2-40B4-BE49-F238E27FC236}">
                  <a16:creationId xmlns:a16="http://schemas.microsoft.com/office/drawing/2014/main" id="{BCDB34B3-D348-476E-BE7F-1139370F4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986803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51A01047-632B-4F57-9CDB-AA680D5BB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5" name="Rectangle 5">
            <a:extLst>
              <a:ext uri="{FF2B5EF4-FFF2-40B4-BE49-F238E27FC236}">
                <a16:creationId xmlns:a16="http://schemas.microsoft.com/office/drawing/2014/main" id="{48EF695B-E7DE-4164-862A-9CD06DFB0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900" y="723900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8A2BD1-548B-EE80-4245-C42FE25AA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883" y="1000366"/>
            <a:ext cx="3995397" cy="1239627"/>
          </a:xfrm>
        </p:spPr>
        <p:txBody>
          <a:bodyPr anchor="b">
            <a:normAutofit/>
          </a:bodyPr>
          <a:lstStyle/>
          <a:p>
            <a:pPr algn="ctr"/>
            <a:r>
              <a:rPr lang="es-EC" b="1" dirty="0"/>
              <a:t>Log Buffer</a:t>
            </a:r>
            <a:r>
              <a:rPr lang="es-EC" dirty="0"/>
              <a:t>: </a:t>
            </a:r>
            <a:endParaRPr lang="es-EC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228B2-24D2-DCC7-6613-27061C3BA7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144" y="2884395"/>
            <a:ext cx="3862062" cy="24691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Almacena registros de transacciones antes de escribirlos en el log de transacciones, asegurando que las operaciones de escritura sean rápidas y eficientes.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s-EC" altLang="es-EC" sz="16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Ejemplo</a:t>
            </a:r>
            <a:r>
              <a:rPr kumimoji="0" lang="es-EC" altLang="es-EC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Los registros de una compra en línea se almacenan temporalmente en el log buffer antes de ser confirmados.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s-EC" altLang="es-EC" sz="16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What Is A Redo log Buffer?. Here we are going to understand about… | by  MynotesoracleDBA | Nerd For Tech | Medium">
            <a:extLst>
              <a:ext uri="{FF2B5EF4-FFF2-40B4-BE49-F238E27FC236}">
                <a16:creationId xmlns:a16="http://schemas.microsoft.com/office/drawing/2014/main" id="{6D3146CF-1B1F-7E35-EF8C-35E58818C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05500" y="1328122"/>
            <a:ext cx="571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227" name="Group 9226">
            <a:extLst>
              <a:ext uri="{FF2B5EF4-FFF2-40B4-BE49-F238E27FC236}">
                <a16:creationId xmlns:a16="http://schemas.microsoft.com/office/drawing/2014/main" id="{D5ADB088-C125-457F-9C61-DFE21DCEF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80479" y="2543656"/>
            <a:ext cx="867485" cy="115439"/>
            <a:chOff x="8910933" y="1861308"/>
            <a:chExt cx="867485" cy="115439"/>
          </a:xfrm>
        </p:grpSpPr>
        <p:sp>
          <p:nvSpPr>
            <p:cNvPr id="9228" name="Rectangle 9227">
              <a:extLst>
                <a:ext uri="{FF2B5EF4-FFF2-40B4-BE49-F238E27FC236}">
                  <a16:creationId xmlns:a16="http://schemas.microsoft.com/office/drawing/2014/main" id="{6DE177E3-7A50-4A27-B466-79375BA19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229" name="Straight Connector 9228">
              <a:extLst>
                <a:ext uri="{FF2B5EF4-FFF2-40B4-BE49-F238E27FC236}">
                  <a16:creationId xmlns:a16="http://schemas.microsoft.com/office/drawing/2014/main" id="{6F53D207-3550-41FA-BBC0-A5220E734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0" name="Straight Connector 9229">
              <a:extLst>
                <a:ext uri="{FF2B5EF4-FFF2-40B4-BE49-F238E27FC236}">
                  <a16:creationId xmlns:a16="http://schemas.microsoft.com/office/drawing/2014/main" id="{6EF5A581-4EC8-4E1B-BF64-8A1FE8530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399723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51A01047-632B-4F57-9CDB-AA680D5BB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9" name="Rectangle 5">
            <a:extLst>
              <a:ext uri="{FF2B5EF4-FFF2-40B4-BE49-F238E27FC236}">
                <a16:creationId xmlns:a16="http://schemas.microsoft.com/office/drawing/2014/main" id="{48EF695B-E7DE-4164-862A-9CD06DFB0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900" y="723900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E4C224-C0C6-AD0E-26FD-E90E7A730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883" y="1000366"/>
            <a:ext cx="3995397" cy="1239627"/>
          </a:xfrm>
        </p:spPr>
        <p:txBody>
          <a:bodyPr anchor="b">
            <a:normAutofit/>
          </a:bodyPr>
          <a:lstStyle/>
          <a:p>
            <a:pPr algn="ctr"/>
            <a:r>
              <a:rPr lang="es-EC" b="1" dirty="0"/>
              <a:t>Procesos de fondo</a:t>
            </a:r>
            <a:r>
              <a:rPr lang="es-EC" dirty="0"/>
              <a:t>: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713C79-855F-D26E-7447-EB4CA2AB4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144" y="2884395"/>
            <a:ext cx="3862062" cy="246914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700" dirty="0"/>
              <a:t>Incluyen tareas que gestionan la recuperación de datos, escritura de datos a disco y limpieza de logs para mantener el sistema funcionando sin problemas.</a:t>
            </a:r>
          </a:p>
          <a:p>
            <a:pPr algn="ctr">
              <a:lnSpc>
                <a:spcPct val="100000"/>
              </a:lnSpc>
            </a:pPr>
            <a:r>
              <a:rPr lang="es-ES" sz="1700" b="1" dirty="0"/>
              <a:t>Ejemplo</a:t>
            </a:r>
            <a:r>
              <a:rPr lang="es-ES" sz="1700" dirty="0"/>
              <a:t>: Procesos de limpieza de logs que eliminan datos antiguos para liberar espacio y mejorar el rendimiento.</a:t>
            </a:r>
          </a:p>
          <a:p>
            <a:pPr algn="ctr">
              <a:lnSpc>
                <a:spcPct val="100000"/>
              </a:lnSpc>
            </a:pPr>
            <a:endParaRPr lang="es-EC" sz="1700" dirty="0"/>
          </a:p>
        </p:txBody>
      </p:sp>
      <p:pic>
        <p:nvPicPr>
          <p:cNvPr id="10242" name="Picture 2" descr="Automatización de procesos - Digital Biz Magazine">
            <a:extLst>
              <a:ext uri="{FF2B5EF4-FFF2-40B4-BE49-F238E27FC236}">
                <a16:creationId xmlns:a16="http://schemas.microsoft.com/office/drawing/2014/main" id="{9F27E127-B3E4-9ADF-0B67-7C538CB68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05500" y="2292529"/>
            <a:ext cx="5715000" cy="235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251" name="Group 10250">
            <a:extLst>
              <a:ext uri="{FF2B5EF4-FFF2-40B4-BE49-F238E27FC236}">
                <a16:creationId xmlns:a16="http://schemas.microsoft.com/office/drawing/2014/main" id="{D5ADB088-C125-457F-9C61-DFE21DCEF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80479" y="2543656"/>
            <a:ext cx="867485" cy="115439"/>
            <a:chOff x="8910933" y="1861308"/>
            <a:chExt cx="867485" cy="115439"/>
          </a:xfrm>
        </p:grpSpPr>
        <p:sp>
          <p:nvSpPr>
            <p:cNvPr id="10252" name="Rectangle 10251">
              <a:extLst>
                <a:ext uri="{FF2B5EF4-FFF2-40B4-BE49-F238E27FC236}">
                  <a16:creationId xmlns:a16="http://schemas.microsoft.com/office/drawing/2014/main" id="{6DE177E3-7A50-4A27-B466-79375BA19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253" name="Straight Connector 10252">
              <a:extLst>
                <a:ext uri="{FF2B5EF4-FFF2-40B4-BE49-F238E27FC236}">
                  <a16:creationId xmlns:a16="http://schemas.microsoft.com/office/drawing/2014/main" id="{6F53D207-3550-41FA-BBC0-A5220E734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4" name="Straight Connector 10253">
              <a:extLst>
                <a:ext uri="{FF2B5EF4-FFF2-40B4-BE49-F238E27FC236}">
                  <a16:creationId xmlns:a16="http://schemas.microsoft.com/office/drawing/2014/main" id="{6EF5A581-4EC8-4E1B-BF64-8A1FE8530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92354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1" name="Rectangle 11270">
            <a:extLst>
              <a:ext uri="{FF2B5EF4-FFF2-40B4-BE49-F238E27FC236}">
                <a16:creationId xmlns:a16="http://schemas.microsoft.com/office/drawing/2014/main" id="{51A01047-632B-4F57-9CDB-AA680D5BB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3" name="Rectangle 5">
            <a:extLst>
              <a:ext uri="{FF2B5EF4-FFF2-40B4-BE49-F238E27FC236}">
                <a16:creationId xmlns:a16="http://schemas.microsoft.com/office/drawing/2014/main" id="{48EF695B-E7DE-4164-862A-9CD06DFB0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900" y="723900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995C20-E896-EAB4-375B-D773A3E85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883" y="1000366"/>
            <a:ext cx="3995397" cy="1239627"/>
          </a:xfrm>
        </p:spPr>
        <p:txBody>
          <a:bodyPr anchor="b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2500" b="1"/>
              <a:t>Monitoreo y Auditoría de Bases de Datos</a:t>
            </a:r>
            <a:br>
              <a:rPr lang="es-ES" sz="2500" b="1"/>
            </a:br>
            <a:endParaRPr lang="es-EC" sz="25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4FC709-5A77-87A9-BF72-A00D38C6B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144" y="2884395"/>
            <a:ext cx="3862062" cy="2469140"/>
          </a:xfrm>
        </p:spPr>
        <p:txBody>
          <a:bodyPr>
            <a:normAutofit/>
          </a:bodyPr>
          <a:lstStyle/>
          <a:p>
            <a:pPr algn="ctr"/>
            <a:r>
              <a:rPr lang="es-ES" sz="1900"/>
              <a:t>Monitorear y auditar las bases de datos es crucial para asegurar su rendimiento y seguridad. Algunas técnicas incluyen:</a:t>
            </a:r>
          </a:p>
          <a:p>
            <a:pPr algn="ctr"/>
            <a:r>
              <a:rPr lang="es-EC" sz="1900" b="1"/>
              <a:t>Logs de auditoría</a:t>
            </a:r>
          </a:p>
          <a:p>
            <a:pPr algn="ctr"/>
            <a:r>
              <a:rPr lang="es-EC" sz="1900" b="1"/>
              <a:t>Monitoreo en tiempo real</a:t>
            </a:r>
            <a:r>
              <a:rPr lang="es-EC" sz="1900"/>
              <a:t>:</a:t>
            </a:r>
            <a:endParaRPr lang="es-EC" sz="1900" b="1"/>
          </a:p>
          <a:p>
            <a:pPr algn="ctr"/>
            <a:r>
              <a:rPr lang="es-EC" sz="1900" b="1"/>
              <a:t>Alertas</a:t>
            </a:r>
            <a:endParaRPr lang="es-EC" sz="1900"/>
          </a:p>
        </p:txBody>
      </p:sp>
      <p:pic>
        <p:nvPicPr>
          <p:cNvPr id="11266" name="Picture 2" descr="Auditoria en las bases de datos. Cuando hablamos de auditoria en los… | by  Víctor Guevara | Medium">
            <a:extLst>
              <a:ext uri="{FF2B5EF4-FFF2-40B4-BE49-F238E27FC236}">
                <a16:creationId xmlns:a16="http://schemas.microsoft.com/office/drawing/2014/main" id="{8D9713CF-F54F-42F6-314C-EE5CCAB3A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05500" y="1395581"/>
            <a:ext cx="5715000" cy="4151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275" name="Group 11274">
            <a:extLst>
              <a:ext uri="{FF2B5EF4-FFF2-40B4-BE49-F238E27FC236}">
                <a16:creationId xmlns:a16="http://schemas.microsoft.com/office/drawing/2014/main" id="{D5ADB088-C125-457F-9C61-DFE21DCEF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80479" y="2543656"/>
            <a:ext cx="867485" cy="115439"/>
            <a:chOff x="8910933" y="1861308"/>
            <a:chExt cx="867485" cy="115439"/>
          </a:xfrm>
        </p:grpSpPr>
        <p:sp>
          <p:nvSpPr>
            <p:cNvPr id="11276" name="Rectangle 11275">
              <a:extLst>
                <a:ext uri="{FF2B5EF4-FFF2-40B4-BE49-F238E27FC236}">
                  <a16:creationId xmlns:a16="http://schemas.microsoft.com/office/drawing/2014/main" id="{6DE177E3-7A50-4A27-B466-79375BA19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277" name="Straight Connector 11276">
              <a:extLst>
                <a:ext uri="{FF2B5EF4-FFF2-40B4-BE49-F238E27FC236}">
                  <a16:creationId xmlns:a16="http://schemas.microsoft.com/office/drawing/2014/main" id="{6F53D207-3550-41FA-BBC0-A5220E734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78" name="Straight Connector 11277">
              <a:extLst>
                <a:ext uri="{FF2B5EF4-FFF2-40B4-BE49-F238E27FC236}">
                  <a16:creationId xmlns:a16="http://schemas.microsoft.com/office/drawing/2014/main" id="{6EF5A581-4EC8-4E1B-BF64-8A1FE8530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92100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A01047-632B-4F57-9CDB-AA680D5BB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scritorio con elementos de productividad">
            <a:extLst>
              <a:ext uri="{FF2B5EF4-FFF2-40B4-BE49-F238E27FC236}">
                <a16:creationId xmlns:a16="http://schemas.microsoft.com/office/drawing/2014/main" id="{C63A4259-365C-15B1-1B09-92A4B5E07B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3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48EF695B-E7DE-4164-862A-9CD06DFB0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7458" y="723900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8FCCB6-2676-E92F-8EC0-E4262F4B5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441" y="1000366"/>
            <a:ext cx="3995397" cy="1239627"/>
          </a:xfrm>
        </p:spPr>
        <p:txBody>
          <a:bodyPr anchor="b">
            <a:normAutofit/>
          </a:bodyPr>
          <a:lstStyle/>
          <a:p>
            <a:pPr algn="ctr"/>
            <a:r>
              <a:rPr lang="es-EC" b="1" dirty="0"/>
              <a:t>Logs de auditoría</a:t>
            </a:r>
            <a:r>
              <a:rPr lang="es-EC" dirty="0"/>
              <a:t>: 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0BEC75-3EB6-E4FF-FDD4-196C6764D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441" y="2884395"/>
            <a:ext cx="3950677" cy="246914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dirty="0"/>
              <a:t>Registros de todas las operaciones realizadas en la base de datos. Ayudan a rastrear cambios y detectar actividades sospechosas.</a:t>
            </a:r>
            <a:endParaRPr lang="es-ES"/>
          </a:p>
          <a:p>
            <a:pPr algn="ctr">
              <a:lnSpc>
                <a:spcPct val="100000"/>
              </a:lnSpc>
            </a:pPr>
            <a:r>
              <a:rPr lang="es-ES" b="1" dirty="0"/>
              <a:t>Ejemplo</a:t>
            </a:r>
            <a:r>
              <a:rPr lang="es-ES" dirty="0"/>
              <a:t>: Un log de auditoría que registra quién accedió y modificó datos sensibles.</a:t>
            </a:r>
            <a:endParaRPr lang="es-ES"/>
          </a:p>
          <a:p>
            <a:pPr algn="ctr">
              <a:lnSpc>
                <a:spcPct val="100000"/>
              </a:lnSpc>
            </a:pPr>
            <a:endParaRPr lang="es-EC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5ADB088-C125-457F-9C61-DFE21DCEF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44037" y="2543656"/>
            <a:ext cx="867485" cy="115439"/>
            <a:chOff x="8910933" y="1861308"/>
            <a:chExt cx="867485" cy="11543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DE177E3-7A50-4A27-B466-79375BA19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F53D207-3550-41FA-BBC0-A5220E734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EF5A581-4EC8-4E1B-BF64-8A1FE8530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68182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CAB3B1-D18B-A3A6-DD6F-D90368796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b="1" dirty="0"/>
              <a:t>Monitoreo en tiempo real</a:t>
            </a:r>
            <a:r>
              <a:rPr lang="es-EC" dirty="0"/>
              <a:t>: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783DC78-CCBE-E0D8-10F3-36C6DC640CC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8700" y="2161903"/>
          <a:ext cx="10134600" cy="39693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58933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17">
            <a:extLst>
              <a:ext uri="{FF2B5EF4-FFF2-40B4-BE49-F238E27FC236}">
                <a16:creationId xmlns:a16="http://schemas.microsoft.com/office/drawing/2014/main" id="{51A01047-632B-4F57-9CDB-AA680D5BB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19">
            <a:extLst>
              <a:ext uri="{FF2B5EF4-FFF2-40B4-BE49-F238E27FC236}">
                <a16:creationId xmlns:a16="http://schemas.microsoft.com/office/drawing/2014/main" id="{0A889514-6201-455E-A692-EA99AA5E4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5">
            <a:extLst>
              <a:ext uri="{FF2B5EF4-FFF2-40B4-BE49-F238E27FC236}">
                <a16:creationId xmlns:a16="http://schemas.microsoft.com/office/drawing/2014/main" id="{FE7D6909-792D-415A-9FFA-338352CF5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700" y="1028700"/>
            <a:ext cx="4035752" cy="484107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8180579-FCA5-0785-9DBC-1886269D6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301" y="1665298"/>
            <a:ext cx="3209483" cy="2022578"/>
          </a:xfrm>
        </p:spPr>
        <p:txBody>
          <a:bodyPr anchor="b">
            <a:normAutofit/>
          </a:bodyPr>
          <a:lstStyle/>
          <a:p>
            <a:pPr algn="ctr"/>
            <a:r>
              <a:rPr lang="es-EC" sz="2800" b="1"/>
              <a:t>Alertas</a:t>
            </a:r>
            <a:r>
              <a:rPr lang="es-EC" sz="2800"/>
              <a:t>: </a:t>
            </a:r>
          </a:p>
        </p:txBody>
      </p:sp>
      <p:grpSp>
        <p:nvGrpSpPr>
          <p:cNvPr id="41" name="Group 23">
            <a:extLst>
              <a:ext uri="{FF2B5EF4-FFF2-40B4-BE49-F238E27FC236}">
                <a16:creationId xmlns:a16="http://schemas.microsoft.com/office/drawing/2014/main" id="{47EBDB13-42FF-462F-8F9B-9A54DCFBD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614258" y="4550150"/>
            <a:ext cx="867485" cy="115439"/>
            <a:chOff x="8910933" y="1861308"/>
            <a:chExt cx="867485" cy="115439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2B7A8D6-FBCF-47F1-92B5-D06D10E7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8BD1703-B20A-4C7B-A9EE-20862F3F3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16A077-EED2-42AD-8358-CC88D0DDD1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3899F17-65CD-2C27-B446-27C7ACDE23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3464047"/>
              </p:ext>
            </p:extLst>
          </p:nvPr>
        </p:nvGraphicFramePr>
        <p:xfrm>
          <a:off x="7031177" y="1048935"/>
          <a:ext cx="4338334" cy="4800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9315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FAC9656C-AED6-412E-9226-B7F196400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F5BC820D-D527-47CE-ABB0-DA0BB5B04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D1DD315B-AEF9-490C-9438-C80F80405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" y="159026"/>
            <a:ext cx="11891037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8D39B1-83A6-E5D2-1912-C31849412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028700"/>
            <a:ext cx="4038600" cy="4800600"/>
          </a:xfrm>
        </p:spPr>
        <p:txBody>
          <a:bodyPr anchor="ctr">
            <a:normAutofit/>
          </a:bodyPr>
          <a:lstStyle/>
          <a:p>
            <a:pPr algn="ctr"/>
            <a:r>
              <a:rPr lang="es-ES"/>
              <a:t>Respaldo y Recuperación de Bases de Datos</a:t>
            </a:r>
            <a:endParaRPr lang="es-EC"/>
          </a:p>
        </p:txBody>
      </p:sp>
      <p:graphicFrame>
        <p:nvGraphicFramePr>
          <p:cNvPr id="18" name="Marcador de contenido 2">
            <a:extLst>
              <a:ext uri="{FF2B5EF4-FFF2-40B4-BE49-F238E27FC236}">
                <a16:creationId xmlns:a16="http://schemas.microsoft.com/office/drawing/2014/main" id="{D9F74011-E738-4C25-CCBA-D9735D142E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3497105"/>
              </p:ext>
            </p:extLst>
          </p:nvPr>
        </p:nvGraphicFramePr>
        <p:xfrm>
          <a:off x="6095999" y="868197"/>
          <a:ext cx="5343083" cy="51216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84759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7">
            <a:extLst>
              <a:ext uri="{FF2B5EF4-FFF2-40B4-BE49-F238E27FC236}">
                <a16:creationId xmlns:a16="http://schemas.microsoft.com/office/drawing/2014/main" id="{51A01047-632B-4F57-9CDB-AA680D5BB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5">
            <a:extLst>
              <a:ext uri="{FF2B5EF4-FFF2-40B4-BE49-F238E27FC236}">
                <a16:creationId xmlns:a16="http://schemas.microsoft.com/office/drawing/2014/main" id="{6D7753FE-7408-46D8-999A-0B0C34EA8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700" y="1028700"/>
            <a:ext cx="4038600" cy="484107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586608-9AAD-D256-AF95-96C81E13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940" y="1653540"/>
            <a:ext cx="3246119" cy="2608006"/>
          </a:xfrm>
        </p:spPr>
        <p:txBody>
          <a:bodyPr anchor="ctr">
            <a:normAutofit/>
          </a:bodyPr>
          <a:lstStyle/>
          <a:p>
            <a:pPr algn="ctr"/>
            <a:r>
              <a:rPr lang="es-EC" b="1" dirty="0"/>
              <a:t>Respaldos completos</a:t>
            </a:r>
            <a:r>
              <a:rPr lang="es-EC" dirty="0"/>
              <a:t>: </a:t>
            </a:r>
            <a:endParaRPr lang="es-EC"/>
          </a:p>
        </p:txBody>
      </p:sp>
      <p:grpSp>
        <p:nvGrpSpPr>
          <p:cNvPr id="29" name="Group 21">
            <a:extLst>
              <a:ext uri="{FF2B5EF4-FFF2-40B4-BE49-F238E27FC236}">
                <a16:creationId xmlns:a16="http://schemas.microsoft.com/office/drawing/2014/main" id="{E30DE9CB-4267-487A-915E-5665607E9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614258" y="4550150"/>
            <a:ext cx="867485" cy="115439"/>
            <a:chOff x="8910933" y="1861308"/>
            <a:chExt cx="867485" cy="115439"/>
          </a:xfrm>
        </p:grpSpPr>
        <p:sp>
          <p:nvSpPr>
            <p:cNvPr id="30" name="Rectangle 22">
              <a:extLst>
                <a:ext uri="{FF2B5EF4-FFF2-40B4-BE49-F238E27FC236}">
                  <a16:creationId xmlns:a16="http://schemas.microsoft.com/office/drawing/2014/main" id="{E237361B-A61F-4EEA-8554-10DEFF0AB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BBC8A6A-A883-4F9C-82BA-607223F36C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234343E-05EC-4327-BA72-FD68FF049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F7BB989-2825-6590-A76F-1075771AAA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0179504"/>
              </p:ext>
            </p:extLst>
          </p:nvPr>
        </p:nvGraphicFramePr>
        <p:xfrm>
          <a:off x="5952683" y="1042449"/>
          <a:ext cx="5210616" cy="4786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46827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1A01047-632B-4F57-9CDB-AA680D5BB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889514-6201-455E-A692-EA99AA5E4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5">
            <a:extLst>
              <a:ext uri="{FF2B5EF4-FFF2-40B4-BE49-F238E27FC236}">
                <a16:creationId xmlns:a16="http://schemas.microsoft.com/office/drawing/2014/main" id="{FE7D6909-792D-415A-9FFA-338352CF5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700" y="1028700"/>
            <a:ext cx="4035752" cy="484107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06BBFF-5A64-D25E-9DD3-F1C9D0256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301" y="1665297"/>
            <a:ext cx="3209483" cy="2344567"/>
          </a:xfrm>
        </p:spPr>
        <p:txBody>
          <a:bodyPr anchor="ctr">
            <a:normAutofit/>
          </a:bodyPr>
          <a:lstStyle/>
          <a:p>
            <a:pPr algn="ctr"/>
            <a:r>
              <a:rPr lang="es-EC" b="1"/>
              <a:t>Respaldos incrementales</a:t>
            </a:r>
            <a:r>
              <a:rPr lang="es-EC"/>
              <a:t>: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7EBDB13-42FF-462F-8F9B-9A54DCFBD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614258" y="4550150"/>
            <a:ext cx="867485" cy="115439"/>
            <a:chOff x="8910933" y="1861308"/>
            <a:chExt cx="867485" cy="115439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2B7A8D6-FBCF-47F1-92B5-D06D10E7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8BD1703-B20A-4C7B-A9EE-20862F3F3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016A077-EED2-42AD-8358-CC88D0DDD1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8" name="Marcador de contenido 2">
            <a:extLst>
              <a:ext uri="{FF2B5EF4-FFF2-40B4-BE49-F238E27FC236}">
                <a16:creationId xmlns:a16="http://schemas.microsoft.com/office/drawing/2014/main" id="{6CBF5F10-1A41-C6D3-45B0-8B07EDDD91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0632037"/>
              </p:ext>
            </p:extLst>
          </p:nvPr>
        </p:nvGraphicFramePr>
        <p:xfrm>
          <a:off x="7031177" y="1048935"/>
          <a:ext cx="4338334" cy="4800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7929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1A01047-632B-4F57-9CDB-AA680D5BB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6D7753FE-7408-46D8-999A-0B0C34EA8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700" y="1028700"/>
            <a:ext cx="4038600" cy="484107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DEDC4A-889C-A539-065A-7725FE418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940" y="1653540"/>
            <a:ext cx="3246119" cy="2608006"/>
          </a:xfrm>
        </p:spPr>
        <p:txBody>
          <a:bodyPr anchor="ctr">
            <a:normAutofit/>
          </a:bodyPr>
          <a:lstStyle/>
          <a:p>
            <a:pPr algn="ctr"/>
            <a:r>
              <a:rPr lang="es-EC" b="1" dirty="0"/>
              <a:t>Puntos de recuperación</a:t>
            </a:r>
            <a:r>
              <a:rPr lang="es-EC" dirty="0"/>
              <a:t>:</a:t>
            </a:r>
            <a:endParaRPr lang="es-EC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30DE9CB-4267-487A-915E-5665607E9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614258" y="4550150"/>
            <a:ext cx="867485" cy="115439"/>
            <a:chOff x="8910933" y="1861308"/>
            <a:chExt cx="867485" cy="115439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237361B-A61F-4EEA-8554-10DEFF0AB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BBC8A6A-A883-4F9C-82BA-607223F36C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234343E-05EC-4327-BA72-FD68FF049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6F47D11-F05F-C4E8-8D7B-6122C82161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390988"/>
              </p:ext>
            </p:extLst>
          </p:nvPr>
        </p:nvGraphicFramePr>
        <p:xfrm>
          <a:off x="5952683" y="1042449"/>
          <a:ext cx="5210616" cy="4786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12535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5" name="Rectangle 12294">
            <a:extLst>
              <a:ext uri="{FF2B5EF4-FFF2-40B4-BE49-F238E27FC236}">
                <a16:creationId xmlns:a16="http://schemas.microsoft.com/office/drawing/2014/main" id="{51A01047-632B-4F57-9CDB-AA680D5BB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7" name="Rectangle 5">
            <a:extLst>
              <a:ext uri="{FF2B5EF4-FFF2-40B4-BE49-F238E27FC236}">
                <a16:creationId xmlns:a16="http://schemas.microsoft.com/office/drawing/2014/main" id="{48EF695B-E7DE-4164-862A-9CD06DFB0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900" y="723900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9179D0-4485-9C57-AE67-EB8A65B24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883" y="1000366"/>
            <a:ext cx="3995397" cy="1239627"/>
          </a:xfrm>
        </p:spPr>
        <p:txBody>
          <a:bodyPr anchor="b">
            <a:normAutofit/>
          </a:bodyPr>
          <a:lstStyle/>
          <a:p>
            <a:pPr algn="ctr"/>
            <a:r>
              <a:rPr lang="es-EC" dirty="0"/>
              <a:t>Conclusión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BCDCDF-4A82-EE79-AAFE-10813E48C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144" y="2884395"/>
            <a:ext cx="3862062" cy="246914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700" dirty="0"/>
              <a:t>Optimizar y gestionar la arquitectura de un gestor de bases de datos relacional es esencial para mantener un rendimiento y eficiencia óptimos. Implementar buenas prácticas en índices, vistas, monitoreo y tener estrategias robustas de respaldo y recuperación asegura que las bases de datos funcionen de manera eficiente y segura.</a:t>
            </a:r>
            <a:endParaRPr lang="es-EC" sz="1700" dirty="0"/>
          </a:p>
        </p:txBody>
      </p:sp>
      <p:pic>
        <p:nvPicPr>
          <p:cNvPr id="12290" name="Picture 2" descr="Importancia de una base de datos en tiempo real en 2023">
            <a:extLst>
              <a:ext uri="{FF2B5EF4-FFF2-40B4-BE49-F238E27FC236}">
                <a16:creationId xmlns:a16="http://schemas.microsoft.com/office/drawing/2014/main" id="{B35DE480-30B4-E73D-C56E-B7292756F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99069" y="723900"/>
            <a:ext cx="5527861" cy="5494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299" name="Group 12298">
            <a:extLst>
              <a:ext uri="{FF2B5EF4-FFF2-40B4-BE49-F238E27FC236}">
                <a16:creationId xmlns:a16="http://schemas.microsoft.com/office/drawing/2014/main" id="{D5ADB088-C125-457F-9C61-DFE21DCEF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80479" y="2543656"/>
            <a:ext cx="867485" cy="115439"/>
            <a:chOff x="8910933" y="1861308"/>
            <a:chExt cx="867485" cy="115439"/>
          </a:xfrm>
        </p:grpSpPr>
        <p:sp>
          <p:nvSpPr>
            <p:cNvPr id="12300" name="Rectangle 12299">
              <a:extLst>
                <a:ext uri="{FF2B5EF4-FFF2-40B4-BE49-F238E27FC236}">
                  <a16:creationId xmlns:a16="http://schemas.microsoft.com/office/drawing/2014/main" id="{6DE177E3-7A50-4A27-B466-79375BA19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301" name="Straight Connector 12300">
              <a:extLst>
                <a:ext uri="{FF2B5EF4-FFF2-40B4-BE49-F238E27FC236}">
                  <a16:creationId xmlns:a16="http://schemas.microsoft.com/office/drawing/2014/main" id="{6F53D207-3550-41FA-BBC0-A5220E734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02" name="Straight Connector 12301">
              <a:extLst>
                <a:ext uri="{FF2B5EF4-FFF2-40B4-BE49-F238E27FC236}">
                  <a16:creationId xmlns:a16="http://schemas.microsoft.com/office/drawing/2014/main" id="{6EF5A581-4EC8-4E1B-BF64-8A1FE8530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165693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dornVTI">
  <a:themeElements>
    <a:clrScheme name="AnalogousFromLightSeedRightStep">
      <a:dk1>
        <a:srgbClr val="000000"/>
      </a:dk1>
      <a:lt1>
        <a:srgbClr val="FFFFFF"/>
      </a:lt1>
      <a:dk2>
        <a:srgbClr val="242841"/>
      </a:dk2>
      <a:lt2>
        <a:srgbClr val="E8E4E2"/>
      </a:lt2>
      <a:accent1>
        <a:srgbClr val="45A9EA"/>
      </a:accent1>
      <a:accent2>
        <a:srgbClr val="4E6CEB"/>
      </a:accent2>
      <a:accent3>
        <a:srgbClr val="8B6EEE"/>
      </a:accent3>
      <a:accent4>
        <a:srgbClr val="B34EEB"/>
      </a:accent4>
      <a:accent5>
        <a:srgbClr val="EE6EE7"/>
      </a:accent5>
      <a:accent6>
        <a:srgbClr val="EB4EA0"/>
      </a:accent6>
      <a:hlink>
        <a:srgbClr val="A67759"/>
      </a:hlink>
      <a:folHlink>
        <a:srgbClr val="7F7F7F"/>
      </a:folHlink>
    </a:clrScheme>
    <a:fontScheme name="Bembo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ornVTI" id="{497E3FA9-5A27-4D12-9D04-917BEF3D1303}" vid="{34192A01-61CA-4566-9818-841C607496F7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81210FD-EFEB-4A72-9E44-704824B35474}">
  <we:reference id="wa200005566" version="3.0.0.2" store="es-E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1412</Words>
  <Application>Microsoft Office PowerPoint</Application>
  <PresentationFormat>Panorámica</PresentationFormat>
  <Paragraphs>92</Paragraphs>
  <Slides>32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6" baseType="lpstr">
      <vt:lpstr>-apple-system</vt:lpstr>
      <vt:lpstr>Arial</vt:lpstr>
      <vt:lpstr>Bembo</vt:lpstr>
      <vt:lpstr>AdornVTI</vt:lpstr>
      <vt:lpstr>Optimización de bases de datos y Arquitectura de un gestor de bases de datos relacional</vt:lpstr>
      <vt:lpstr>Optimización de bases de datos</vt:lpstr>
      <vt:lpstr>Índices de bases de datos relacionales.  </vt:lpstr>
      <vt:lpstr>Índices únicos:</vt:lpstr>
      <vt:lpstr>Índices compuestos: </vt:lpstr>
      <vt:lpstr>Índices de texto completo: </vt:lpstr>
      <vt:lpstr>Creación de Vistas en Bases de Datos </vt:lpstr>
      <vt:lpstr>Vistas materializadas:</vt:lpstr>
      <vt:lpstr>Vistas no materializadas:</vt:lpstr>
      <vt:lpstr>Tipos de Usuarios en una Base de Datos </vt:lpstr>
      <vt:lpstr>Administrador: </vt:lpstr>
      <vt:lpstr>Desarrollador: </vt:lpstr>
      <vt:lpstr>Usuario final:</vt:lpstr>
      <vt:lpstr>Ejemplos de Optimización de Bases de Datos </vt:lpstr>
      <vt:lpstr>Presentación de PowerPoint</vt:lpstr>
      <vt:lpstr>Presentación de PowerPoint</vt:lpstr>
      <vt:lpstr>Presentación de PowerPoint</vt:lpstr>
      <vt:lpstr>Presentación de PowerPoint</vt:lpstr>
      <vt:lpstr>Arquitectura de un Gestor de Bases de Datos Relacional</vt:lpstr>
      <vt:lpstr>Estructura de Memoria y Procesos de la Instancia</vt:lpstr>
      <vt:lpstr>Buffer Cache:</vt:lpstr>
      <vt:lpstr>Log Buffer: </vt:lpstr>
      <vt:lpstr>Procesos de fondo:</vt:lpstr>
      <vt:lpstr>Monitoreo y Auditoría de Bases de Datos </vt:lpstr>
      <vt:lpstr>Logs de auditoría: </vt:lpstr>
      <vt:lpstr>Monitoreo en tiempo real:</vt:lpstr>
      <vt:lpstr>Alertas: </vt:lpstr>
      <vt:lpstr>Respaldo y Recuperación de Bases de Datos</vt:lpstr>
      <vt:lpstr>Respaldos completos: </vt:lpstr>
      <vt:lpstr>Respaldos incrementales: </vt:lpstr>
      <vt:lpstr>Puntos de recuperación: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Chile</dc:creator>
  <cp:lastModifiedBy>Carlos Chile</cp:lastModifiedBy>
  <cp:revision>1</cp:revision>
  <dcterms:created xsi:type="dcterms:W3CDTF">2024-06-26T14:25:42Z</dcterms:created>
  <dcterms:modified xsi:type="dcterms:W3CDTF">2024-06-26T15:05:30Z</dcterms:modified>
</cp:coreProperties>
</file>